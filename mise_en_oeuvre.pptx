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notesMasterIdLst>
    <p:notesMasterId r:id="rId1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version initiale porte sur la consultation des équipements. Elle n’affiche ni image ni historique des états et ne commande pas l’alarme. Le risque principal retenu pour RGPD-01 est la fuite de données entre foyers. Le contrôle doit être appliqué par le serveur à chaque requête, et pas seulement par l’interface. Les comptes A et B sont des comptes de qualification fictifs : ils servent à vérifier concrètement les autorisations. La planification couvre 24 semaines de réalisation, dont des périodes distinctes pour conception, développement, qualification, recette et mise en service.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RGPD-01 est déclinée en cinq critères observables. Le chiffrement protège les échanges et le stockage, mais ne décide ni de la finalité, ni des destinataires, ni des durées de conservation. Chaque critère est relié à des tests dans le dossier. Le refus d’accès au foyer B avec une session A illustre ce lien. Les huit tests de référence ne valent pas audit global de conformité : ils sont complétés par les validations contractuelles, légales et organisationnelles requises avant la mise en service. Les responsabilités et la base légale sont confirmées avec Verisure ; elles ne sont pas déduites du simple choix d’un serveur privé.
[Sources]
https://www.cnil.fr/fr/reglement-europeen-protection-donnees/chapitre2
https://www.cnil.fr/fr/reglement-europeen-protection-donnees/chapitre3
https://www.cnil.fr/fr/reglement-europeen-protection-donnees/chapitre4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 cinq champs concernent la réponse appareil ; le serveur conserve aussi le compte et le lien compte-foyer pour vérifier les droits. Un identifiant de foyer rattachable à un client n’est pas anonyme. La répartition proposée est Verisure responsable de traitement, notre société sous-traitante, sous instructions et contrat. La base contractuelle doit être confirmée et le cas des autres occupants examiné. Un état remplace le précédent. Après désactivation, l’objectif de purge de la base active est de 24 h. Ce n’est pas un délai universel du RGPD. Les durées des journaux, demandes, marqueurs et sauvegardes sont définies et validées en S7-S8. Une restauration doit réappliquer les désactivations pour éviter une réimportation. La désactivation de cette vue ne désactive pas l’alarme.
[Sources]
https://www.cnil.fr/fr/reglement-europeen-protection-donnees/chapitre2
https://www.cnil.fr/fr/reglement-europeen-protection-donnees/chapitre4
https://www.cnil.fr/fr/minimiser-les-donnees-collectees
https://www.cnil.fr/fr/passer-laction/les-durees-de-conservation-des-donnees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Cette architecture est proposée pour notre prestation ; elle ne décrit pas les infrastructures internes de Verisure. Notre serveur initie les appels HTTPS vers une interface fournisseur autorisée. Le navigateur du client ouvre une connexion entrante vers notre passerelle HTTPS. La base et le serveur applicatif restent en zone privée, et les secrets ne sont jamais envoyés au navigateur. Aucun port supplémentaire n’est à ouvrir chez l’habitant dans ce schéma. La page Data Act prévoit des possibilités de partage mais ne fournit pas le contrat technique détaillé de l’API attendue. Cette dépendance est instruite en S1-S4. Un simulateur sert au développement ; l’intégration fournisseur doit ensuite être vérifiée sur un accès d’essai autorisé. Sans cet accès, la qualification de la liaison est bloquée.
[Sources]
https://www.verisure.fr/data-act
https://www.cnil.fr/fr/securite-api-interfaces-de-programmation-applicative
https://www.cnil.fr/fr/securite-proteger-le-reseau-informatique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 quatre user stories relient la consultation, l’information, l’effacement et la protection technique à RGPD-01. Leurs conditions d’acceptation figurent dans le dossier. La conception détaillée, en S7-S8, fixe les champs autorisés, le rattachement compte-foyer et les règles de purge. Les routes présentées sont celles de notre application, non celles de Verisure. Le code 200 correspond à une lecture autorisée, 403 à un refus de droits et 401 à l’absence de session. L’identité d’une demande RGPD provient de la session, jamais d’un compte choisi librement dans le navigateur. Le contrat d’authentification du service est à valider avant réalisation ; le secret fournisseur reste côté serveur.
[Sources]
https://www.cnil.fr/fr/securite-api-interfaces-de-programmation-applicative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 identifiants des activités correspondent au Gantt du dossier. 01 et 02 commencent au lancement. 03 précise le besoin et RGPD-01 après le cadrage. 04 attend la validation de 02 et 03. 05 fixe les règles détaillées ; 06 prépare les maquettes et la notice. 07 prépare les tests en parallèle de la conception. L’environnement 08 est mis en place après la revue de fin S8. Le connecteur, l’interface et les règles RGPD sont ensuite développés en S11-S14. Les tests unitaires suivent chaque composant disponible. Ces barres sont des périodes de travail ; le référent technique ajuste la charge du back-end entre les activités 09 et 11. Les durées ne représentent donc pas toutes une affectation à plein temps.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L’intégration 13 ne commence qu’après les activités 09 à 12. Le système 14 suit l’intégration, puis 15 réserve deux semaines aux corrections et aux rejeux. La recette 16 est conduite par le client avec la QA. 17 couvre la mise en service et le transfert au support ; le support courant continue ensuite. 18 est un suivi transversal de S1 à S24. Les jalons V1 à V6 sont des décisions de passage, non de simples dates : S4 cadrage, S8 conception, S14 version assemblable, S20 qualification, S22 recette et S24 transfert. Un jalon non validé bloque la phase suivante. Le simulateur ne permet pas de contourner l’absence de validation de la liaison fournisseur. Les dépendances détaillées figurent dans le dossier.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préparation des tests n’attend pas la fin du développement. Les tests système et de recette sont conçus en S3-S4 avec le cahier des charges, les tests d’intégration en S5-S6 avec l’architecture et les tests unitaires en S7-S8 avec les règles détaillées. Les fiches sont consolidées au jalon V2. L’exécution commence avec le code : TU-01 en S11-S14 et TU-02 en S12-S14, lorsque la purge est disponible. L’intégration occupe S15-S16, le système S17-S18 et la recette S21-S22. S19-S20 sont réservées à la correction et aux rejeux de non-régression. Les statuts initiaux sont non exécutés ; seuls les résultats et preuves recueillis autorisent leur mise à jour.
[Sources]
La Plateforme - KickOff : Cycle en V, pages 7-19 et 23-29.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session identifie le compte ; le rattachement enregistré dans le serveur détermine les foyers accessibles. Le compte A peut être authentifié sans être autorisé à lire B. TI-01, en S15-S16, appelle l’API et sa base avec les comptes d’essai. TS-02, en S17-S18, ajoute le navigateur et le parcours complet puis modifie la requête pour viser B. Le test de bout en bout est ici un test système et non un synonyme d’intégration. Les codes 200, 403 et 401 affichés sont les réponses attendues, pas des résultats déjà observés. Une interface qui masque B, alors que l’API le renvoie, fait échouer la qualification.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recette de S21-S22 est la décision du client au regard du besoin validé. REC-01 vérifie la notice et la cohérence des responsabilités, durées, finalités et validations contractuelles. REC-02 suit une demande d’essai jusqu’à l’effacement de notre copie, sur instruction approuvée dans le scénario. Le compte A ne doit plus être consulté ni collecté, ses états sont purgés sous 24 h et le foyer B reste inchangé. Le test ne supprime pas les données conservées par Verisure et ne désactive pas la protection du logement. Une demande d’effacement n’est pas inconditionnelle ; le responsable de traitement instruit les droits et respecte les délais applicables. Le délai normal de réponse est d’un mois, avec prolongations dans les conditions du RGPD.
[Sources]
https://www.cnil.fr/fr/reglement-europeen-protection-donnees/chapitre3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recette doit être acceptée avant la mise en service de S23-S24. L’exploitation reçoit la version, la configuration, les rapports et les procédures de support, de restauration et de retour arrière. Les secrets sont transmis par un canal sécurisé ; aucun jeu client ne figure dans les supports de présentation. Le support courant se poursuit à partir de S25 selon le contrat. Il n’a pas de droit général de lecture des foyers. Une AIPD est menée avant traitement si le risque élevé la rend obligatoire. En cas de violation, notre société alerte Verisure dans les meilleurs délais ; le responsable de traitement évalue ensuite les notifications requises, notamment à l’autorité si nécessaire et si possible sous 72 h.
[Sources]
https://www.cnil.fr/fr/reglement-europeen-protection-donnees/chapitre4
https://www.verisure.fr/data-act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347472"/>
            <a:ext cx="457200" cy="54864"/>
          </a:xfrm>
          <a:prstGeom prst="rect">
            <a:avLst/>
          </a:prstGeom>
          <a:solidFill>
            <a:srgbClr val="C52F3C"/>
          </a:solidFill>
          <a:ln w="8890">
            <a:solidFill>
              <a:srgbClr val="C52F3C"/>
            </a:solidFill>
            <a:prstDash val="solid"/>
          </a:ln>
        </p:spPr>
      </p:sp>
      <p:sp>
        <p:nvSpPr>
          <p:cNvPr id="3" name="Text 1"/>
          <p:cNvSpPr/>
          <p:nvPr/>
        </p:nvSpPr>
        <p:spPr>
          <a:xfrm>
            <a:off x="1124712" y="274320"/>
            <a:ext cx="9784080" cy="237744"/>
          </a:xfrm>
          <a:prstGeom prst="rect">
            <a:avLst/>
          </a:prstGeom>
          <a:solidFill>
            <a:srgbClr val="FFFFFF">
              <a:alpha val="0"/>
            </a:srgbClr>
          </a:solidFill>
          <a:ln>
            <a:solidFill>
              <a:srgbClr val="FFFFFF">
                <a:alpha val="0"/>
              </a:srgbClr>
            </a:solidFill>
          </a:ln>
        </p:spPr>
        <p:txBody>
          <a:bodyPr wrap="square" lIns="0" tIns="0" rIns="0" bIns="0" rtlCol="0" anchor="ctr">
            <a:normAutofit/>
          </a:bodyPr>
          <a:lstStyle/>
          <a:p>
            <a:pPr algn="l" indent="0" marL="0">
              <a:buNone/>
            </a:pPr>
            <a:r>
              <a:rPr lang="fr-FR" altLang="en-US" sz="1100" b="1" spc="130" kern="0" dirty="0">
                <a:solidFill>
                  <a:srgbClr val="5B6770"/>
                </a:solidFill>
                <a:latin typeface="Arial" pitchFamily="34" charset="0"/>
                <a:ea typeface="Arial" pitchFamily="34" charset="-122"/>
                <a:cs typeface="Arial" pitchFamily="34" charset="-120"/>
              </a:rPr>
              <a:t>ORGANISATION DE L'ÉQUIPE</a:t>
            </a:r>
            <a:endParaRPr lang="fr-FR" sz="1100" dirty="0"/>
          </a:p>
        </p:txBody>
      </p:sp>
      <p:sp>
        <p:nvSpPr>
          <p:cNvPr id="4" name="Text 2"/>
          <p:cNvSpPr/>
          <p:nvPr/>
        </p:nvSpPr>
        <p:spPr>
          <a:xfrm>
            <a:off x="548640" y="822960"/>
            <a:ext cx="11064240" cy="557784"/>
          </a:xfrm>
          <a:prstGeom prst="rect">
            <a:avLst/>
          </a:prstGeom>
          <a:solidFill>
            <a:srgbClr val="FFFFFF">
              <a:alpha val="0"/>
            </a:srgbClr>
          </a:solidFill>
          <a:ln>
            <a:solidFill>
              <a:srgbClr val="FFFFFF">
                <a:alpha val="0"/>
              </a:srgbClr>
            </a:solidFill>
          </a:ln>
        </p:spPr>
        <p:txBody>
          <a:bodyPr wrap="square" lIns="0" tIns="0" rIns="0" bIns="0" rtlCol="0" anchor="ctr">
            <a:normAutofit/>
          </a:bodyPr>
          <a:lstStyle/>
          <a:p>
            <a:pPr algn="l" indent="0" marL="0">
              <a:buNone/>
            </a:pPr>
            <a:r>
              <a:rPr lang="fr-FR" altLang="en-US" sz="3000" b="1" dirty="0">
                <a:solidFill>
                  <a:srgbClr val="203847"/>
                </a:solidFill>
                <a:latin typeface="Arial" pitchFamily="34" charset="0"/>
                <a:ea typeface="Arial" pitchFamily="34" charset="-122"/>
                <a:cs typeface="Arial" pitchFamily="34" charset="-120"/>
              </a:rPr>
              <a:t>RGPD-01 : protéger la vue du foyer</a:t>
            </a:r>
            <a:endParaRPr lang="fr-FR" sz="3000" dirty="0"/>
          </a:p>
        </p:txBody>
      </p:sp>
      <p:sp>
        <p:nvSpPr>
          <p:cNvPr id="5" name="Shape 3"/>
          <p:cNvSpPr/>
          <p:nvPr/>
        </p:nvSpPr>
        <p:spPr>
          <a:xfrm>
            <a:off x="548640" y="6437376"/>
            <a:ext cx="11082528" cy="0"/>
          </a:xfrm>
          <a:prstGeom prst="line">
            <a:avLst/>
          </a:prstGeom>
          <a:solidFill>
            <a:srgbClr val="FFFFFF">
              <a:alpha val="0"/>
            </a:srgbClr>
          </a:solidFill>
          <a:ln w="19050">
            <a:solidFill>
              <a:srgbClr val="DCE2E6"/>
            </a:solidFill>
            <a:prstDash val="solid"/>
          </a:ln>
        </p:spPr>
      </p:sp>
      <p:sp>
        <p:nvSpPr>
          <p:cNvPr id="6" name="Text 4"/>
          <p:cNvSpPr/>
          <p:nvPr/>
        </p:nvSpPr>
        <p:spPr>
          <a:xfrm>
            <a:off x="548640" y="6510528"/>
            <a:ext cx="10424160" cy="182880"/>
          </a:xfrm>
          <a:prstGeom prst="rect">
            <a:avLst/>
          </a:prstGeom>
          <a:solidFill>
            <a:srgbClr val="FFFFFF">
              <a:alpha val="0"/>
            </a:srgbClr>
          </a:solidFill>
          <a:ln>
            <a:solidFill>
              <a:srgbClr val="FFFFFF">
                <a:alpha val="0"/>
              </a:srgbClr>
            </a:solidFill>
          </a:ln>
        </p:spPr>
        <p:txBody>
          <a:bodyPr wrap="square" lIns="0" tIns="0" rIns="0" bIns="0" rtlCol="0" anchor="ctr">
            <a:normAutofit/>
          </a:bodyPr>
          <a:lstStyle/>
          <a:p>
            <a:pPr algn="l" indent="0" marL="0">
              <a:buNone/>
            </a:pPr>
            <a:r>
              <a:rPr lang="fr-FR" altLang="en-US" sz="900" dirty="0">
                <a:solidFill>
                  <a:srgbClr val="5B6770"/>
                </a:solidFill>
                <a:latin typeface="Arial" pitchFamily="34" charset="0"/>
                <a:ea typeface="Arial" pitchFamily="34" charset="-122"/>
                <a:cs typeface="Arial" pitchFamily="34" charset="-120"/>
              </a:rPr>
              <a:t>Verisure | RGPD-01 | Mise en œuvre</a:t>
            </a:r>
            <a:endParaRPr lang="fr-FR" sz="900" dirty="0"/>
          </a:p>
        </p:txBody>
      </p:sp>
      <p:sp>
        <p:nvSpPr>
          <p:cNvPr id="7" name="Text 5"/>
          <p:cNvSpPr/>
          <p:nvPr/>
        </p:nvSpPr>
        <p:spPr>
          <a:xfrm>
            <a:off x="11137392" y="6492240"/>
            <a:ext cx="502920" cy="201168"/>
          </a:xfrm>
          <a:prstGeom prst="rect">
            <a:avLst/>
          </a:prstGeom>
          <a:solidFill>
            <a:srgbClr val="FFFFFF">
              <a:alpha val="0"/>
            </a:srgbClr>
          </a:solidFill>
          <a:ln>
            <a:solidFill>
              <a:srgbClr val="FFFFFF">
                <a:alpha val="0"/>
              </a:srgbClr>
            </a:solidFill>
          </a:ln>
        </p:spPr>
        <p:txBody>
          <a:bodyPr wrap="square" lIns="0" tIns="0" rIns="0" bIns="0" rtlCol="0" anchor="ctr">
            <a:normAutofit/>
          </a:bodyPr>
          <a:lstStyle/>
          <a:p>
            <a:pPr algn="r" indent="0" marL="0">
              <a:buNone/>
            </a:pPr>
            <a:r>
              <a:rPr lang="fr-FR" altLang="en-US" sz="1000" dirty="0">
                <a:solidFill>
                  <a:srgbClr val="5B6770"/>
                </a:solidFill>
                <a:latin typeface="Arial" pitchFamily="34" charset="0"/>
                <a:ea typeface="Arial" pitchFamily="34" charset="-122"/>
                <a:cs typeface="Arial" pitchFamily="34" charset="-120"/>
              </a:rPr>
              <a:t>1</a:t>
            </a:r>
            <a:endParaRPr lang="fr-FR" sz="1000" dirty="0"/>
          </a:p>
        </p:txBody>
      </p:sp>
      <p:sp>
        <p:nvSpPr>
          <p:cNvPr id="8" name="Text 6"/>
          <p:cNvSpPr/>
          <p:nvPr/>
        </p:nvSpPr>
        <p:spPr>
          <a:xfrm>
            <a:off x="548640" y="1837944"/>
            <a:ext cx="10927080" cy="1097280"/>
          </a:xfrm>
          <a:prstGeom prst="rect">
            <a:avLst/>
          </a:prstGeom>
          <a:solidFill>
            <a:srgbClr val="FFFFFF">
              <a:alpha val="0"/>
            </a:srgbClr>
          </a:solidFill>
          <a:ln>
            <a:solidFill>
              <a:srgbClr val="FFFFFF">
                <a:alpha val="0"/>
              </a:srgbClr>
            </a:solidFill>
          </a:ln>
        </p:spPr>
        <p:txBody>
          <a:bodyPr wrap="square" lIns="0" tIns="0" rIns="0" bIns="0" rtlCol="0" anchor="ctr">
            <a:normAutofit/>
          </a:bodyPr>
          <a:lstStyle/>
          <a:p>
            <a:pPr algn="l" indent="0" marL="0">
              <a:buNone/>
            </a:pPr>
            <a:r>
              <a:rPr lang="fr-FR" altLang="en-US" sz="3500" b="1" dirty="0">
                <a:solidFill>
                  <a:srgbClr val="203847"/>
                </a:solidFill>
                <a:latin typeface="Arial" pitchFamily="34" charset="0"/>
                <a:ea typeface="Arial" pitchFamily="34" charset="-122"/>
                <a:cs typeface="Arial" pitchFamily="34" charset="-120"/>
              </a:rPr>
              <a:t>Un client ne doit jamais consulter</a:t>
            </a:r>
            <a:endParaRPr lang="fr-FR" sz="3500" dirty="0"/>
          </a:p>
          <a:p>
            <a:pPr algn="l" indent="0" marL="0">
              <a:buNone/>
            </a:pPr>
            <a:r>
              <a:rPr lang="fr-FR" altLang="en-US" sz="3500" b="1" dirty="0">
                <a:solidFill>
                  <a:srgbClr val="203847"/>
                </a:solidFill>
                <a:latin typeface="Arial" pitchFamily="34" charset="0"/>
                <a:ea typeface="Arial" pitchFamily="34" charset="-122"/>
                <a:cs typeface="Arial" pitchFamily="34" charset="-120"/>
              </a:rPr>
              <a:t>les données d'un autre foyer.</a:t>
            </a:r>
            <a:endParaRPr lang="fr-FR" sz="3500" dirty="0"/>
          </a:p>
        </p:txBody>
      </p:sp>
      <p:sp>
        <p:nvSpPr>
          <p:cNvPr id="9" name="Text 7"/>
          <p:cNvSpPr/>
          <p:nvPr/>
        </p:nvSpPr>
        <p:spPr>
          <a:xfrm>
            <a:off x="548640" y="3255264"/>
            <a:ext cx="10927080" cy="640080"/>
          </a:xfrm>
          <a:prstGeom prst="rect">
            <a:avLst/>
          </a:prstGeom>
          <a:solidFill>
            <a:srgbClr val="FFFFFF">
              <a:alpha val="0"/>
            </a:srgbClr>
          </a:solidFill>
          <a:ln>
            <a:solidFill>
              <a:srgbClr val="FFFFFF">
                <a:alpha val="0"/>
              </a:srgbClr>
            </a:solidFill>
          </a:ln>
        </p:spPr>
        <p:txBody>
          <a:bodyPr wrap="square" lIns="0" tIns="0" rIns="0" bIns="0" rtlCol="0" anchor="ctr">
            <a:normAutofit/>
          </a:bodyPr>
          <a:lstStyle/>
          <a:p>
            <a:pPr algn="l" indent="0" marL="0">
              <a:buNone/>
            </a:pPr>
            <a:r>
              <a:rPr lang="fr-FR" altLang="en-US" sz="2300" dirty="0">
                <a:solidFill>
                  <a:srgbClr val="203847"/>
                </a:solidFill>
                <a:latin typeface="Arial" pitchFamily="34" charset="0"/>
                <a:ea typeface="Arial" pitchFamily="34" charset="-122"/>
                <a:cs typeface="Arial" pitchFamily="34" charset="-120"/>
              </a:rPr>
              <a:t>Du besoin au contrôle serveur, puis à la vérification avec les comptes A et B.</a:t>
            </a:r>
            <a:endParaRPr lang="fr-FR" sz="2300" dirty="0"/>
          </a:p>
        </p:txBody>
      </p:sp>
      <p:sp>
        <p:nvSpPr>
          <p:cNvPr id="10" name="Shape 8"/>
          <p:cNvSpPr/>
          <p:nvPr/>
        </p:nvSpPr>
        <p:spPr>
          <a:xfrm>
            <a:off x="548640" y="4251960"/>
            <a:ext cx="3493008" cy="1033272"/>
          </a:xfrm>
          <a:prstGeom prst="rect">
            <a:avLst/>
          </a:prstGeom>
          <a:solidFill>
            <a:srgbClr val="F0F3F5"/>
          </a:solidFill>
          <a:ln w="8890">
            <a:solidFill>
              <a:srgbClr val="F0F3F5"/>
            </a:solidFill>
            <a:prstDash val="solid"/>
          </a:ln>
        </p:spPr>
      </p:sp>
      <p:sp>
        <p:nvSpPr>
          <p:cNvPr id="11" name="Text 9"/>
          <p:cNvSpPr/>
          <p:nvPr/>
        </p:nvSpPr>
        <p:spPr>
          <a:xfrm>
            <a:off x="704088" y="4434840"/>
            <a:ext cx="3172968" cy="329184"/>
          </a:xfrm>
          <a:prstGeom prst="rect">
            <a:avLst/>
          </a:prstGeom>
          <a:solidFill>
            <a:srgbClr val="FFFFFF">
              <a:alpha val="0"/>
            </a:srgbClr>
          </a:solidFill>
          <a:ln>
            <a:solidFill>
              <a:srgbClr val="FFFFFF">
                <a:alpha val="0"/>
              </a:srgbClr>
            </a:solidFill>
          </a:ln>
        </p:spPr>
        <p:txBody>
          <a:bodyPr wrap="square" lIns="0" tIns="0" rIns="0" bIns="0" rtlCol="0" anchor="ctr">
            <a:normAutofit/>
          </a:bodyPr>
          <a:lstStyle/>
          <a:p>
            <a:pPr algn="l" indent="0" marL="0">
              <a:buNone/>
            </a:pPr>
            <a:r>
              <a:rPr lang="fr-FR" altLang="en-US" sz="2200" b="1" dirty="0">
                <a:solidFill>
                  <a:srgbClr val="203847"/>
                </a:solidFill>
                <a:latin typeface="Arial" pitchFamily="34" charset="0"/>
                <a:ea typeface="Arial" pitchFamily="34" charset="-122"/>
                <a:cs typeface="Arial" pitchFamily="34" charset="-120"/>
              </a:rPr>
              <a:t>2 foyers d’essai</a:t>
            </a:r>
            <a:endParaRPr lang="fr-FR" sz="2200" dirty="0"/>
          </a:p>
        </p:txBody>
      </p:sp>
      <p:sp>
        <p:nvSpPr>
          <p:cNvPr id="12" name="Text 10"/>
          <p:cNvSpPr/>
          <p:nvPr/>
        </p:nvSpPr>
        <p:spPr>
          <a:xfrm>
            <a:off x="704088" y="4837176"/>
            <a:ext cx="3172968" cy="274320"/>
          </a:xfrm>
          <a:prstGeom prst="rect">
            <a:avLst/>
          </a:prstGeom>
          <a:solidFill>
            <a:srgbClr val="FFFFFF">
              <a:alpha val="0"/>
            </a:srgbClr>
          </a:solidFill>
          <a:ln>
            <a:solidFill>
              <a:srgbClr val="FFFFFF">
                <a:alpha val="0"/>
              </a:srgbClr>
            </a:solidFill>
          </a:ln>
        </p:spPr>
        <p:txBody>
          <a:bodyPr wrap="square" lIns="0" tIns="0" rIns="0" bIns="0" rtlCol="0" anchor="ctr">
            <a:normAutofit/>
          </a:bodyPr>
          <a:lstStyle/>
          <a:p>
            <a:pPr algn="l" indent="0" marL="0">
              <a:buNone/>
            </a:pPr>
            <a:r>
              <a:rPr lang="fr-FR" altLang="en-US" sz="1500" dirty="0">
                <a:solidFill>
                  <a:srgbClr val="203847"/>
                </a:solidFill>
                <a:latin typeface="Arial" pitchFamily="34" charset="0"/>
                <a:ea typeface="Arial" pitchFamily="34" charset="-122"/>
                <a:cs typeface="Arial" pitchFamily="34" charset="-120"/>
              </a:rPr>
              <a:t>Comptes A et B fictifs.</a:t>
            </a:r>
            <a:endParaRPr lang="fr-FR" sz="1500" dirty="0"/>
          </a:p>
        </p:txBody>
      </p:sp>
      <p:sp>
        <p:nvSpPr>
          <p:cNvPr id="13" name="Shape 11"/>
          <p:cNvSpPr/>
          <p:nvPr/>
        </p:nvSpPr>
        <p:spPr>
          <a:xfrm>
            <a:off x="4343400" y="4251960"/>
            <a:ext cx="3493008" cy="1033272"/>
          </a:xfrm>
          <a:prstGeom prst="rect">
            <a:avLst/>
          </a:prstGeom>
          <a:solidFill>
            <a:srgbClr val="F0F3F5"/>
          </a:solidFill>
          <a:ln w="8890">
            <a:solidFill>
              <a:srgbClr val="F0F3F5"/>
            </a:solidFill>
            <a:prstDash val="solid"/>
          </a:ln>
        </p:spPr>
      </p:sp>
      <p:sp>
        <p:nvSpPr>
          <p:cNvPr id="14" name="Text 12"/>
          <p:cNvSpPr/>
          <p:nvPr/>
        </p:nvSpPr>
        <p:spPr>
          <a:xfrm>
            <a:off x="4498848" y="4434840"/>
            <a:ext cx="3172968" cy="329184"/>
          </a:xfrm>
          <a:prstGeom prst="rect">
            <a:avLst/>
          </a:prstGeom>
          <a:solidFill>
            <a:srgbClr val="FFFFFF">
              <a:alpha val="0"/>
            </a:srgbClr>
          </a:solidFill>
          <a:ln>
            <a:solidFill>
              <a:srgbClr val="FFFFFF">
                <a:alpha val="0"/>
              </a:srgbClr>
            </a:solidFill>
          </a:ln>
        </p:spPr>
        <p:txBody>
          <a:bodyPr wrap="square" lIns="0" tIns="0" rIns="0" bIns="0" rtlCol="0" anchor="ctr">
            <a:normAutofit/>
          </a:bodyPr>
          <a:lstStyle/>
          <a:p>
            <a:pPr algn="l" indent="0" marL="0">
              <a:buNone/>
            </a:pPr>
            <a:r>
              <a:rPr lang="fr-FR" altLang="en-US" sz="2200" b="1" dirty="0">
                <a:solidFill>
                  <a:srgbClr val="203847"/>
                </a:solidFill>
                <a:latin typeface="Arial" pitchFamily="34" charset="0"/>
                <a:ea typeface="Arial" pitchFamily="34" charset="-122"/>
                <a:cs typeface="Arial" pitchFamily="34" charset="-120"/>
              </a:rPr>
              <a:t>4 types d'appareils</a:t>
            </a:r>
            <a:endParaRPr lang="fr-FR" sz="2200" dirty="0"/>
          </a:p>
        </p:txBody>
      </p:sp>
      <p:sp>
        <p:nvSpPr>
          <p:cNvPr id="15" name="Text 13"/>
          <p:cNvSpPr/>
          <p:nvPr/>
        </p:nvSpPr>
        <p:spPr>
          <a:xfrm>
            <a:off x="4498848" y="4837176"/>
            <a:ext cx="3172968" cy="274320"/>
          </a:xfrm>
          <a:prstGeom prst="rect">
            <a:avLst/>
          </a:prstGeom>
          <a:solidFill>
            <a:srgbClr val="FFFFFF">
              <a:alpha val="0"/>
            </a:srgbClr>
          </a:solidFill>
          <a:ln>
            <a:solidFill>
              <a:srgbClr val="FFFFFF">
                <a:alpha val="0"/>
              </a:srgbClr>
            </a:solidFill>
          </a:ln>
        </p:spPr>
        <p:txBody>
          <a:bodyPr wrap="square" lIns="0" tIns="0" rIns="0" bIns="0" rtlCol="0" anchor="ctr">
            <a:normAutofit/>
          </a:bodyPr>
          <a:lstStyle/>
          <a:p>
            <a:pPr algn="l" indent="0" marL="0">
              <a:buNone/>
            </a:pPr>
            <a:r>
              <a:rPr lang="fr-FR" altLang="en-US" sz="1500" dirty="0">
                <a:solidFill>
                  <a:srgbClr val="203847"/>
                </a:solidFill>
                <a:latin typeface="Arial" pitchFamily="34" charset="0"/>
                <a:ea typeface="Arial" pitchFamily="34" charset="-122"/>
                <a:cs typeface="Arial" pitchFamily="34" charset="-120"/>
              </a:rPr>
              <a:t>État technique seulement.</a:t>
            </a:r>
            <a:endParaRPr lang="fr-FR" sz="1500" dirty="0"/>
          </a:p>
        </p:txBody>
      </p:sp>
      <p:sp>
        <p:nvSpPr>
          <p:cNvPr id="16" name="Shape 14"/>
          <p:cNvSpPr/>
          <p:nvPr/>
        </p:nvSpPr>
        <p:spPr>
          <a:xfrm>
            <a:off x="8138160" y="4251960"/>
            <a:ext cx="3493008" cy="1033272"/>
          </a:xfrm>
          <a:prstGeom prst="rect">
            <a:avLst/>
          </a:prstGeom>
          <a:solidFill>
            <a:srgbClr val="F0F3F5"/>
          </a:solidFill>
          <a:ln w="8890">
            <a:solidFill>
              <a:srgbClr val="F0F3F5"/>
            </a:solidFill>
            <a:prstDash val="solid"/>
          </a:ln>
        </p:spPr>
      </p:sp>
      <p:sp>
        <p:nvSpPr>
          <p:cNvPr id="17" name="Text 15"/>
          <p:cNvSpPr/>
          <p:nvPr/>
        </p:nvSpPr>
        <p:spPr>
          <a:xfrm>
            <a:off x="8293608" y="4434840"/>
            <a:ext cx="3172968" cy="329184"/>
          </a:xfrm>
          <a:prstGeom prst="rect">
            <a:avLst/>
          </a:prstGeom>
          <a:solidFill>
            <a:srgbClr val="FFFFFF">
              <a:alpha val="0"/>
            </a:srgbClr>
          </a:solidFill>
          <a:ln>
            <a:solidFill>
              <a:srgbClr val="FFFFFF">
                <a:alpha val="0"/>
              </a:srgbClr>
            </a:solidFill>
          </a:ln>
        </p:spPr>
        <p:txBody>
          <a:bodyPr wrap="square" lIns="0" tIns="0" rIns="0" bIns="0" rtlCol="0" anchor="ctr">
            <a:normAutofit/>
          </a:bodyPr>
          <a:lstStyle/>
          <a:p>
            <a:pPr algn="l" indent="0" marL="0">
              <a:buNone/>
            </a:pPr>
            <a:r>
              <a:rPr lang="fr-FR" altLang="en-US" sz="2200" b="1" dirty="0">
                <a:solidFill>
                  <a:srgbClr val="203847"/>
                </a:solidFill>
                <a:latin typeface="Arial" pitchFamily="34" charset="0"/>
                <a:ea typeface="Arial" pitchFamily="34" charset="-122"/>
                <a:cs typeface="Arial" pitchFamily="34" charset="-120"/>
              </a:rPr>
              <a:t>24 semaines</a:t>
            </a:r>
            <a:endParaRPr lang="fr-FR" sz="2200" dirty="0"/>
          </a:p>
        </p:txBody>
      </p:sp>
      <p:sp>
        <p:nvSpPr>
          <p:cNvPr id="18" name="Text 16"/>
          <p:cNvSpPr/>
          <p:nvPr/>
        </p:nvSpPr>
        <p:spPr>
          <a:xfrm>
            <a:off x="8293608" y="4837176"/>
            <a:ext cx="3172968" cy="274320"/>
          </a:xfrm>
          <a:prstGeom prst="rect">
            <a:avLst/>
          </a:prstGeom>
          <a:solidFill>
            <a:srgbClr val="FFFFFF">
              <a:alpha val="0"/>
            </a:srgbClr>
          </a:solidFill>
          <a:ln>
            <a:solidFill>
              <a:srgbClr val="FFFFFF">
                <a:alpha val="0"/>
              </a:srgbClr>
            </a:solidFill>
          </a:ln>
        </p:spPr>
        <p:txBody>
          <a:bodyPr wrap="square" lIns="0" tIns="0" rIns="0" bIns="0" rtlCol="0" anchor="ctr">
            <a:normAutofit/>
          </a:bodyPr>
          <a:lstStyle/>
          <a:p>
            <a:pPr algn="l" indent="0" marL="0">
              <a:buNone/>
            </a:pPr>
            <a:r>
              <a:rPr lang="fr-FR" altLang="en-US" sz="1500" dirty="0">
                <a:solidFill>
                  <a:srgbClr val="203847"/>
                </a:solidFill>
                <a:latin typeface="Arial" pitchFamily="34" charset="0"/>
                <a:ea typeface="Arial" pitchFamily="34" charset="-122"/>
                <a:cs typeface="Arial" pitchFamily="34" charset="-120"/>
              </a:rPr>
              <a:t>Du cadrage à la mise en service.</a:t>
            </a:r>
            <a:endParaRPr lang="fr-FR" sz="1500" dirty="0"/>
          </a:p>
        </p:txBody>
      </p:sp>
      <p:sp>
        <p:nvSpPr>
          <p:cNvPr id="19" name="Shape 17"/>
          <p:cNvSpPr/>
          <p:nvPr/>
        </p:nvSpPr>
        <p:spPr>
          <a:xfrm>
            <a:off x="548640" y="5577840"/>
            <a:ext cx="11082528" cy="676656"/>
          </a:xfrm>
          <a:prstGeom prst="rect">
            <a:avLst/>
          </a:prstGeom>
          <a:solidFill>
            <a:srgbClr val="F0F3F5"/>
          </a:solidFill>
          <a:ln w="8890">
            <a:solidFill>
              <a:srgbClr val="F0F3F5"/>
            </a:solidFill>
            <a:prstDash val="solid"/>
          </a:ln>
        </p:spPr>
      </p:sp>
      <p:sp>
        <p:nvSpPr>
          <p:cNvPr id="20" name="Text 18"/>
          <p:cNvSpPr/>
          <p:nvPr/>
        </p:nvSpPr>
        <p:spPr>
          <a:xfrm>
            <a:off x="740664" y="5650992"/>
            <a:ext cx="2057400" cy="521208"/>
          </a:xfrm>
          <a:prstGeom prst="rect">
            <a:avLst/>
          </a:prstGeom>
          <a:solidFill>
            <a:srgbClr val="FFFFFF">
              <a:alpha val="0"/>
            </a:srgbClr>
          </a:solidFill>
          <a:ln>
            <a:solidFill>
              <a:srgbClr val="FFFFFF">
                <a:alpha val="0"/>
              </a:srgbClr>
            </a:solidFill>
          </a:ln>
        </p:spPr>
        <p:txBody>
          <a:bodyPr wrap="square" lIns="0" tIns="0" rIns="0" bIns="0" rtlCol="0" anchor="ctr">
            <a:normAutofit/>
          </a:bodyPr>
          <a:lstStyle/>
          <a:p>
            <a:pPr algn="l" indent="0" marL="0">
              <a:buNone/>
            </a:pPr>
            <a:r>
              <a:rPr lang="fr-FR" altLang="en-US" sz="1700" b="1" dirty="0">
                <a:solidFill>
                  <a:srgbClr val="C52F3C"/>
                </a:solidFill>
                <a:latin typeface="Arial" pitchFamily="34" charset="0"/>
                <a:ea typeface="Arial" pitchFamily="34" charset="-122"/>
                <a:cs typeface="Arial" pitchFamily="34" charset="-120"/>
              </a:rPr>
              <a:t>Hors périmètre</a:t>
            </a:r>
            <a:endParaRPr lang="fr-FR" sz="1700" dirty="0"/>
          </a:p>
        </p:txBody>
      </p:sp>
      <p:sp>
        <p:nvSpPr>
          <p:cNvPr id="21" name="Text 19"/>
          <p:cNvSpPr/>
          <p:nvPr/>
        </p:nvSpPr>
        <p:spPr>
          <a:xfrm>
            <a:off x="2926080" y="5650992"/>
            <a:ext cx="8458200" cy="521208"/>
          </a:xfrm>
          <a:prstGeom prst="rect">
            <a:avLst/>
          </a:prstGeom>
          <a:solidFill>
            <a:srgbClr val="FFFFFF">
              <a:alpha val="0"/>
            </a:srgbClr>
          </a:solidFill>
          <a:ln>
            <a:solidFill>
              <a:srgbClr val="FFFFFF">
                <a:alpha val="0"/>
              </a:srgbClr>
            </a:solidFill>
          </a:ln>
        </p:spPr>
        <p:txBody>
          <a:bodyPr wrap="square" lIns="0" tIns="0" rIns="0" bIns="0" rtlCol="0" anchor="ctr">
            <a:normAutofit/>
          </a:bodyPr>
          <a:lstStyle/>
          <a:p>
            <a:pPr algn="l" indent="0" marL="0">
              <a:buNone/>
            </a:pPr>
            <a:r>
              <a:rPr lang="fr-FR" altLang="en-US" sz="1700" dirty="0">
                <a:solidFill>
                  <a:srgbClr val="203847"/>
                </a:solidFill>
                <a:latin typeface="Arial" pitchFamily="34" charset="0"/>
                <a:ea typeface="Arial" pitchFamily="34" charset="-122"/>
                <a:cs typeface="Arial" pitchFamily="34" charset="-120"/>
              </a:rPr>
              <a:t>Vidéo, audio, historique des états, armement et désarmement de l’alarme.</a:t>
            </a:r>
            <a:endParaRPr lang="fr-FR" sz="17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347472"/>
            <a:ext cx="457200" cy="54864"/>
          </a:xfrm>
          <a:prstGeom prst="rect">
            <a:avLst/>
          </a:prstGeom>
          <a:solidFill>
            <a:srgbClr val="C52F3C"/>
          </a:solidFill>
          <a:ln w="8890">
            <a:solidFill>
              <a:srgbClr val="C52F3C"/>
            </a:solidFill>
            <a:prstDash val="solid"/>
          </a:ln>
        </p:spPr>
      </p:sp>
      <p:sp>
        <p:nvSpPr>
          <p:cNvPr id="3" name="Text 1"/>
          <p:cNvSpPr/>
          <p:nvPr/>
        </p:nvSpPr>
        <p:spPr>
          <a:xfrm>
            <a:off x="1124712" y="274320"/>
            <a:ext cx="9784080" cy="237744"/>
          </a:xfrm>
          <a:prstGeom prst="rect">
            <a:avLst/>
          </a:prstGeom>
          <a:solidFill>
            <a:srgbClr val="FFFFFF">
              <a:alpha val="0"/>
            </a:srgbClr>
          </a:solidFill>
          <a:ln>
            <a:solidFill>
              <a:srgbClr val="FFFFFF">
                <a:alpha val="0"/>
              </a:srgbClr>
            </a:solidFill>
          </a:ln>
        </p:spPr>
        <p:txBody>
          <a:bodyPr wrap="square" lIns="0" tIns="0" rIns="0" bIns="0" rtlCol="0" anchor="ctr">
            <a:normAutofit/>
          </a:bodyPr>
          <a:lstStyle/>
          <a:p>
            <a:pPr algn="l" indent="0" marL="0">
              <a:buNone/>
            </a:pPr>
            <a:r>
              <a:rPr lang="fr-FR" altLang="en-US" sz="1100" b="1" spc="130" kern="0" dirty="0">
                <a:solidFill>
                  <a:srgbClr val="5B6770"/>
                </a:solidFill>
                <a:latin typeface="Arial" pitchFamily="34" charset="0"/>
                <a:ea typeface="Arial" pitchFamily="34" charset="-122"/>
                <a:cs typeface="Arial" pitchFamily="34" charset="-120"/>
              </a:rPr>
              <a:t>UNE EXIGENCE, CINQ CRITÈRES</a:t>
            </a:r>
            <a:endParaRPr lang="fr-FR" sz="1100" dirty="0"/>
          </a:p>
        </p:txBody>
      </p:sp>
      <p:sp>
        <p:nvSpPr>
          <p:cNvPr id="4" name="Text 2"/>
          <p:cNvSpPr/>
          <p:nvPr/>
        </p:nvSpPr>
        <p:spPr>
          <a:xfrm>
            <a:off x="548640" y="822960"/>
            <a:ext cx="11064240" cy="557784"/>
          </a:xfrm>
          <a:prstGeom prst="rect">
            <a:avLst/>
          </a:prstGeom>
          <a:solidFill>
            <a:srgbClr val="FFFFFF">
              <a:alpha val="0"/>
            </a:srgbClr>
          </a:solidFill>
          <a:ln>
            <a:solidFill>
              <a:srgbClr val="FFFFFF">
                <a:alpha val="0"/>
              </a:srgbClr>
            </a:solidFill>
          </a:ln>
        </p:spPr>
        <p:txBody>
          <a:bodyPr wrap="square" lIns="0" tIns="0" rIns="0" bIns="0" rtlCol="0" anchor="ctr">
            <a:normAutofit/>
          </a:bodyPr>
          <a:lstStyle/>
          <a:p>
            <a:pPr algn="l" indent="0" marL="0">
              <a:buNone/>
            </a:pPr>
            <a:r>
              <a:rPr lang="fr-FR" altLang="en-US" sz="3000" b="1" dirty="0">
                <a:solidFill>
                  <a:srgbClr val="203847"/>
                </a:solidFill>
                <a:latin typeface="Arial" pitchFamily="34" charset="0"/>
                <a:ea typeface="Arial" pitchFamily="34" charset="-122"/>
                <a:cs typeface="Arial" pitchFamily="34" charset="-120"/>
              </a:rPr>
              <a:t>RGPD-01 : plus que du chiffrement</a:t>
            </a:r>
            <a:endParaRPr lang="fr-FR" sz="3000" dirty="0"/>
          </a:p>
        </p:txBody>
      </p:sp>
      <p:sp>
        <p:nvSpPr>
          <p:cNvPr id="5" name="Shape 3"/>
          <p:cNvSpPr/>
          <p:nvPr/>
        </p:nvSpPr>
        <p:spPr>
          <a:xfrm>
            <a:off x="548640" y="6437376"/>
            <a:ext cx="11082528" cy="0"/>
          </a:xfrm>
          <a:prstGeom prst="line">
            <a:avLst/>
          </a:prstGeom>
          <a:solidFill>
            <a:srgbClr val="FFFFFF">
              <a:alpha val="0"/>
            </a:srgbClr>
          </a:solidFill>
          <a:ln w="19050">
            <a:solidFill>
              <a:srgbClr val="DCE2E6"/>
            </a:solidFill>
            <a:prstDash val="solid"/>
          </a:ln>
        </p:spPr>
      </p:sp>
      <p:sp>
        <p:nvSpPr>
          <p:cNvPr id="6" name="Text 4"/>
          <p:cNvSpPr/>
          <p:nvPr/>
        </p:nvSpPr>
        <p:spPr>
          <a:xfrm>
            <a:off x="548640" y="6510528"/>
            <a:ext cx="10424160" cy="182880"/>
          </a:xfrm>
          <a:prstGeom prst="rect">
            <a:avLst/>
          </a:prstGeom>
          <a:solidFill>
            <a:srgbClr val="FFFFFF">
              <a:alpha val="0"/>
            </a:srgbClr>
          </a:solidFill>
          <a:ln>
            <a:solidFill>
              <a:srgbClr val="FFFFFF">
                <a:alpha val="0"/>
              </a:srgbClr>
            </a:solidFill>
          </a:ln>
        </p:spPr>
        <p:txBody>
          <a:bodyPr wrap="square" lIns="0" tIns="0" rIns="0" bIns="0" rtlCol="0" anchor="ctr">
            <a:normAutofit/>
          </a:bodyPr>
          <a:lstStyle/>
          <a:p>
            <a:pPr algn="l" indent="0" marL="0">
              <a:buNone/>
            </a:pPr>
            <a:r>
              <a:rPr lang="fr-FR" altLang="en-US" sz="900" dirty="0">
                <a:solidFill>
                  <a:srgbClr val="5B6770"/>
                </a:solidFill>
                <a:latin typeface="Arial" pitchFamily="34" charset="0"/>
                <a:ea typeface="Arial" pitchFamily="34" charset="-122"/>
                <a:cs typeface="Arial" pitchFamily="34" charset="-120"/>
              </a:rPr>
              <a:t>Verisure | RGPD-01 | Mise en œuvre</a:t>
            </a:r>
            <a:endParaRPr lang="fr-FR" sz="900" dirty="0"/>
          </a:p>
        </p:txBody>
      </p:sp>
      <p:sp>
        <p:nvSpPr>
          <p:cNvPr id="7" name="Text 5"/>
          <p:cNvSpPr/>
          <p:nvPr/>
        </p:nvSpPr>
        <p:spPr>
          <a:xfrm>
            <a:off x="11137392" y="6492240"/>
            <a:ext cx="502920" cy="201168"/>
          </a:xfrm>
          <a:prstGeom prst="rect">
            <a:avLst/>
          </a:prstGeom>
          <a:solidFill>
            <a:srgbClr val="FFFFFF">
              <a:alpha val="0"/>
            </a:srgbClr>
          </a:solidFill>
          <a:ln>
            <a:solidFill>
              <a:srgbClr val="FFFFFF">
                <a:alpha val="0"/>
              </a:srgbClr>
            </a:solidFill>
          </a:ln>
        </p:spPr>
        <p:txBody>
          <a:bodyPr wrap="square" lIns="0" tIns="0" rIns="0" bIns="0" rtlCol="0" anchor="ctr">
            <a:normAutofit/>
          </a:bodyPr>
          <a:lstStyle/>
          <a:p>
            <a:pPr algn="r" indent="0" marL="0">
              <a:buNone/>
            </a:pPr>
            <a:r>
              <a:rPr lang="fr-FR" altLang="en-US" sz="1000" dirty="0">
                <a:solidFill>
                  <a:srgbClr val="5B6770"/>
                </a:solidFill>
                <a:latin typeface="Arial" pitchFamily="34" charset="0"/>
                <a:ea typeface="Arial" pitchFamily="34" charset="-122"/>
                <a:cs typeface="Arial" pitchFamily="34" charset="-120"/>
              </a:rPr>
              <a:t>2</a:t>
            </a:r>
            <a:endParaRPr lang="fr-FR" sz="1000" dirty="0"/>
          </a:p>
        </p:txBody>
      </p:sp>
      <p:sp>
        <p:nvSpPr>
          <p:cNvPr id="8" name="Shape 6"/>
          <p:cNvSpPr/>
          <p:nvPr/>
        </p:nvSpPr>
        <p:spPr>
          <a:xfrm>
            <a:off x="548640" y="1645920"/>
            <a:ext cx="11082528" cy="603504"/>
          </a:xfrm>
          <a:prstGeom prst="rect">
            <a:avLst/>
          </a:prstGeom>
          <a:solidFill>
            <a:srgbClr val="F0F3F5"/>
          </a:solidFill>
          <a:ln w="8890">
            <a:solidFill>
              <a:srgbClr val="F0F3F5"/>
            </a:solidFill>
            <a:prstDash val="solid"/>
          </a:ln>
        </p:spPr>
      </p:sp>
      <p:sp>
        <p:nvSpPr>
          <p:cNvPr id="9" name="Shape 7"/>
          <p:cNvSpPr/>
          <p:nvPr/>
        </p:nvSpPr>
        <p:spPr>
          <a:xfrm>
            <a:off x="731520" y="1792224"/>
            <a:ext cx="566928" cy="310896"/>
          </a:xfrm>
          <a:prstGeom prst="rect">
            <a:avLst/>
          </a:prstGeom>
          <a:solidFill>
            <a:srgbClr val="C52F3C"/>
          </a:solidFill>
          <a:ln w="8890">
            <a:solidFill>
              <a:srgbClr val="C52F3C"/>
            </a:solidFill>
            <a:prstDash val="solid"/>
          </a:ln>
        </p:spPr>
      </p:sp>
      <p:sp>
        <p:nvSpPr>
          <p:cNvPr id="10" name="Text 8"/>
          <p:cNvSpPr/>
          <p:nvPr/>
        </p:nvSpPr>
        <p:spPr>
          <a:xfrm>
            <a:off x="795528" y="1801368"/>
            <a:ext cx="438912" cy="283464"/>
          </a:xfrm>
          <a:prstGeom prst="rect">
            <a:avLst/>
          </a:prstGeom>
          <a:solidFill>
            <a:srgbClr val="FFFFFF">
              <a:alpha val="0"/>
            </a:srgbClr>
          </a:solidFill>
          <a:ln>
            <a:solidFill>
              <a:srgbClr val="FFFFFF">
                <a:alpha val="0"/>
              </a:srgbClr>
            </a:solidFill>
          </a:ln>
        </p:spPr>
        <p:txBody>
          <a:bodyPr wrap="square" lIns="0" tIns="0" rIns="0" bIns="0" rtlCol="0" anchor="ctr">
            <a:normAutofit/>
          </a:bodyPr>
          <a:lstStyle/>
          <a:p>
            <a:pPr algn="l" indent="0" marL="0">
              <a:buNone/>
            </a:pPr>
            <a:r>
              <a:rPr lang="fr-FR" altLang="en-US" sz="1100" b="1" dirty="0">
                <a:solidFill>
                  <a:srgbClr val="FFFFFF"/>
                </a:solidFill>
                <a:latin typeface="Arial" pitchFamily="34" charset="0"/>
                <a:ea typeface="Arial" pitchFamily="34" charset="-122"/>
                <a:cs typeface="Arial" pitchFamily="34" charset="-120"/>
              </a:rPr>
              <a:t>C1</a:t>
            </a:r>
            <a:endParaRPr lang="fr-FR" sz="1100" dirty="0"/>
          </a:p>
        </p:txBody>
      </p:sp>
      <p:sp>
        <p:nvSpPr>
          <p:cNvPr id="11" name="Text 9"/>
          <p:cNvSpPr/>
          <p:nvPr/>
        </p:nvSpPr>
        <p:spPr>
          <a:xfrm>
            <a:off x="1508760" y="1719072"/>
            <a:ext cx="3319272" cy="448056"/>
          </a:xfrm>
          <a:prstGeom prst="rect">
            <a:avLst/>
          </a:prstGeom>
          <a:solidFill>
            <a:srgbClr val="FFFFFF">
              <a:alpha val="0"/>
            </a:srgbClr>
          </a:solidFill>
          <a:ln>
            <a:solidFill>
              <a:srgbClr val="FFFFFF">
                <a:alpha val="0"/>
              </a:srgbClr>
            </a:solidFill>
          </a:ln>
        </p:spPr>
        <p:txBody>
          <a:bodyPr wrap="square" lIns="0" tIns="0" rIns="0" bIns="0" rtlCol="0" anchor="ctr">
            <a:normAutofit/>
          </a:bodyPr>
          <a:lstStyle/>
          <a:p>
            <a:pPr algn="l" indent="0" marL="0">
              <a:buNone/>
            </a:pPr>
            <a:r>
              <a:rPr lang="fr-FR" altLang="en-US" sz="1900" b="1" dirty="0">
                <a:solidFill>
                  <a:srgbClr val="203847"/>
                </a:solidFill>
                <a:latin typeface="Arial" pitchFamily="34" charset="0"/>
                <a:ea typeface="Arial" pitchFamily="34" charset="-122"/>
                <a:cs typeface="Arial" pitchFamily="34" charset="-120"/>
              </a:rPr>
              <a:t>Collecter le nécessaire</a:t>
            </a:r>
            <a:endParaRPr lang="fr-FR" sz="1900" dirty="0"/>
          </a:p>
        </p:txBody>
      </p:sp>
      <p:sp>
        <p:nvSpPr>
          <p:cNvPr id="12" name="Text 10"/>
          <p:cNvSpPr/>
          <p:nvPr/>
        </p:nvSpPr>
        <p:spPr>
          <a:xfrm>
            <a:off x="5074920" y="1709928"/>
            <a:ext cx="6327648" cy="466344"/>
          </a:xfrm>
          <a:prstGeom prst="rect">
            <a:avLst/>
          </a:prstGeom>
          <a:solidFill>
            <a:srgbClr val="FFFFFF">
              <a:alpha val="0"/>
            </a:srgbClr>
          </a:solidFill>
          <a:ln>
            <a:solidFill>
              <a:srgbClr val="FFFFFF">
                <a:alpha val="0"/>
              </a:srgbClr>
            </a:solidFill>
          </a:ln>
        </p:spPr>
        <p:txBody>
          <a:bodyPr wrap="square" lIns="0" tIns="0" rIns="0" bIns="0" rtlCol="0" anchor="ctr">
            <a:normAutofit/>
          </a:bodyPr>
          <a:lstStyle/>
          <a:p>
            <a:pPr algn="l" indent="0" marL="0">
              <a:buNone/>
            </a:pPr>
            <a:r>
              <a:rPr lang="fr-FR" altLang="en-US" sz="1800" dirty="0">
                <a:solidFill>
                  <a:srgbClr val="203847"/>
                </a:solidFill>
                <a:latin typeface="Arial" pitchFamily="34" charset="0"/>
                <a:ea typeface="Arial" pitchFamily="34" charset="-122"/>
                <a:cs typeface="Arial" pitchFamily="34" charset="-120"/>
              </a:rPr>
              <a:t>Les seuls états utiles, sans image ni historique.</a:t>
            </a:r>
            <a:endParaRPr lang="fr-FR" sz="1800" dirty="0"/>
          </a:p>
        </p:txBody>
      </p:sp>
      <p:sp>
        <p:nvSpPr>
          <p:cNvPr id="13" name="Shape 11"/>
          <p:cNvSpPr/>
          <p:nvPr/>
        </p:nvSpPr>
        <p:spPr>
          <a:xfrm>
            <a:off x="548640" y="2368296"/>
            <a:ext cx="11082528" cy="603504"/>
          </a:xfrm>
          <a:prstGeom prst="rect">
            <a:avLst/>
          </a:prstGeom>
          <a:solidFill>
            <a:srgbClr val="FFFFFF"/>
          </a:solidFill>
          <a:ln w="8890">
            <a:solidFill>
              <a:srgbClr val="FFFFFF"/>
            </a:solidFill>
            <a:prstDash val="solid"/>
          </a:ln>
        </p:spPr>
      </p:sp>
      <p:sp>
        <p:nvSpPr>
          <p:cNvPr id="14" name="Shape 12"/>
          <p:cNvSpPr/>
          <p:nvPr/>
        </p:nvSpPr>
        <p:spPr>
          <a:xfrm>
            <a:off x="731520" y="2514600"/>
            <a:ext cx="566928" cy="310896"/>
          </a:xfrm>
          <a:prstGeom prst="rect">
            <a:avLst/>
          </a:prstGeom>
          <a:solidFill>
            <a:srgbClr val="C52F3C"/>
          </a:solidFill>
          <a:ln w="8890">
            <a:solidFill>
              <a:srgbClr val="C52F3C"/>
            </a:solidFill>
            <a:prstDash val="solid"/>
          </a:ln>
        </p:spPr>
      </p:sp>
      <p:sp>
        <p:nvSpPr>
          <p:cNvPr id="15" name="Text 13"/>
          <p:cNvSpPr/>
          <p:nvPr/>
        </p:nvSpPr>
        <p:spPr>
          <a:xfrm>
            <a:off x="795528" y="2523744"/>
            <a:ext cx="438912" cy="283464"/>
          </a:xfrm>
          <a:prstGeom prst="rect">
            <a:avLst/>
          </a:prstGeom>
          <a:solidFill>
            <a:srgbClr val="FFFFFF">
              <a:alpha val="0"/>
            </a:srgbClr>
          </a:solidFill>
          <a:ln>
            <a:solidFill>
              <a:srgbClr val="FFFFFF">
                <a:alpha val="0"/>
              </a:srgbClr>
            </a:solidFill>
          </a:ln>
        </p:spPr>
        <p:txBody>
          <a:bodyPr wrap="square" lIns="0" tIns="0" rIns="0" bIns="0" rtlCol="0" anchor="ctr">
            <a:normAutofit/>
          </a:bodyPr>
          <a:lstStyle/>
          <a:p>
            <a:pPr algn="l" indent="0" marL="0">
              <a:buNone/>
            </a:pPr>
            <a:r>
              <a:rPr lang="fr-FR" altLang="en-US" sz="1100" b="1" dirty="0">
                <a:solidFill>
                  <a:srgbClr val="FFFFFF"/>
                </a:solidFill>
                <a:latin typeface="Arial" pitchFamily="34" charset="0"/>
                <a:ea typeface="Arial" pitchFamily="34" charset="-122"/>
                <a:cs typeface="Arial" pitchFamily="34" charset="-120"/>
              </a:rPr>
              <a:t>C2</a:t>
            </a:r>
            <a:endParaRPr lang="fr-FR" sz="1100" dirty="0"/>
          </a:p>
        </p:txBody>
      </p:sp>
      <p:sp>
        <p:nvSpPr>
          <p:cNvPr id="16" name="Text 14"/>
          <p:cNvSpPr/>
          <p:nvPr/>
        </p:nvSpPr>
        <p:spPr>
          <a:xfrm>
            <a:off x="1508760" y="2441448"/>
            <a:ext cx="3319272" cy="448056"/>
          </a:xfrm>
          <a:prstGeom prst="rect">
            <a:avLst/>
          </a:prstGeom>
          <a:solidFill>
            <a:srgbClr val="FFFFFF">
              <a:alpha val="0"/>
            </a:srgbClr>
          </a:solidFill>
          <a:ln>
            <a:solidFill>
              <a:srgbClr val="FFFFFF">
                <a:alpha val="0"/>
              </a:srgbClr>
            </a:solidFill>
          </a:ln>
        </p:spPr>
        <p:txBody>
          <a:bodyPr wrap="square" lIns="0" tIns="0" rIns="0" bIns="0" rtlCol="0" anchor="ctr">
            <a:normAutofit/>
          </a:bodyPr>
          <a:lstStyle/>
          <a:p>
            <a:pPr algn="l" indent="0" marL="0">
              <a:buNone/>
            </a:pPr>
            <a:r>
              <a:rPr lang="fr-FR" altLang="en-US" sz="1900" b="1" dirty="0">
                <a:solidFill>
                  <a:srgbClr val="203847"/>
                </a:solidFill>
                <a:latin typeface="Arial" pitchFamily="34" charset="0"/>
                <a:ea typeface="Arial" pitchFamily="34" charset="-122"/>
                <a:cs typeface="Arial" pitchFamily="34" charset="-120"/>
              </a:rPr>
              <a:t>Réserver l'accès</a:t>
            </a:r>
            <a:endParaRPr lang="fr-FR" sz="1900" dirty="0"/>
          </a:p>
        </p:txBody>
      </p:sp>
      <p:sp>
        <p:nvSpPr>
          <p:cNvPr id="17" name="Text 15"/>
          <p:cNvSpPr/>
          <p:nvPr/>
        </p:nvSpPr>
        <p:spPr>
          <a:xfrm>
            <a:off x="5074920" y="2432304"/>
            <a:ext cx="6327648" cy="466344"/>
          </a:xfrm>
          <a:prstGeom prst="rect">
            <a:avLst/>
          </a:prstGeom>
          <a:solidFill>
            <a:srgbClr val="FFFFFF">
              <a:alpha val="0"/>
            </a:srgbClr>
          </a:solidFill>
          <a:ln>
            <a:solidFill>
              <a:srgbClr val="FFFFFF">
                <a:alpha val="0"/>
              </a:srgbClr>
            </a:solidFill>
          </a:ln>
        </p:spPr>
        <p:txBody>
          <a:bodyPr wrap="square" lIns="0" tIns="0" rIns="0" bIns="0" rtlCol="0" anchor="ctr">
            <a:normAutofit/>
          </a:bodyPr>
          <a:lstStyle/>
          <a:p>
            <a:pPr algn="l" indent="0" marL="0">
              <a:buNone/>
            </a:pPr>
            <a:r>
              <a:rPr lang="fr-FR" altLang="en-US" sz="1800" dirty="0">
                <a:solidFill>
                  <a:srgbClr val="203847"/>
                </a:solidFill>
                <a:latin typeface="Arial" pitchFamily="34" charset="0"/>
                <a:ea typeface="Arial" pitchFamily="34" charset="-122"/>
                <a:cs typeface="Arial" pitchFamily="34" charset="-120"/>
              </a:rPr>
              <a:t>Un contrôle serveur pour chaque foyer demandé.</a:t>
            </a:r>
            <a:endParaRPr lang="fr-FR" sz="1800" dirty="0"/>
          </a:p>
        </p:txBody>
      </p:sp>
      <p:sp>
        <p:nvSpPr>
          <p:cNvPr id="18" name="Shape 16"/>
          <p:cNvSpPr/>
          <p:nvPr/>
        </p:nvSpPr>
        <p:spPr>
          <a:xfrm>
            <a:off x="548640" y="3090672"/>
            <a:ext cx="11082528" cy="603504"/>
          </a:xfrm>
          <a:prstGeom prst="rect">
            <a:avLst/>
          </a:prstGeom>
          <a:solidFill>
            <a:srgbClr val="F0F3F5"/>
          </a:solidFill>
          <a:ln w="8890">
            <a:solidFill>
              <a:srgbClr val="F0F3F5"/>
            </a:solidFill>
            <a:prstDash val="solid"/>
          </a:ln>
        </p:spPr>
      </p:sp>
      <p:sp>
        <p:nvSpPr>
          <p:cNvPr id="19" name="Shape 17"/>
          <p:cNvSpPr/>
          <p:nvPr/>
        </p:nvSpPr>
        <p:spPr>
          <a:xfrm>
            <a:off x="731520" y="3236976"/>
            <a:ext cx="566928" cy="310896"/>
          </a:xfrm>
          <a:prstGeom prst="rect">
            <a:avLst/>
          </a:prstGeom>
          <a:solidFill>
            <a:srgbClr val="C52F3C"/>
          </a:solidFill>
          <a:ln w="8890">
            <a:solidFill>
              <a:srgbClr val="C52F3C"/>
            </a:solidFill>
            <a:prstDash val="solid"/>
          </a:ln>
        </p:spPr>
      </p:sp>
      <p:sp>
        <p:nvSpPr>
          <p:cNvPr id="20" name="Text 18"/>
          <p:cNvSpPr/>
          <p:nvPr/>
        </p:nvSpPr>
        <p:spPr>
          <a:xfrm>
            <a:off x="795528" y="3246120"/>
            <a:ext cx="438912" cy="283464"/>
          </a:xfrm>
          <a:prstGeom prst="rect">
            <a:avLst/>
          </a:prstGeom>
          <a:solidFill>
            <a:srgbClr val="FFFFFF">
              <a:alpha val="0"/>
            </a:srgbClr>
          </a:solidFill>
          <a:ln>
            <a:solidFill>
              <a:srgbClr val="FFFFFF">
                <a:alpha val="0"/>
              </a:srgbClr>
            </a:solidFill>
          </a:ln>
        </p:spPr>
        <p:txBody>
          <a:bodyPr wrap="square" lIns="0" tIns="0" rIns="0" bIns="0" rtlCol="0" anchor="ctr">
            <a:normAutofit/>
          </a:bodyPr>
          <a:lstStyle/>
          <a:p>
            <a:pPr algn="l" indent="0" marL="0">
              <a:buNone/>
            </a:pPr>
            <a:r>
              <a:rPr lang="fr-FR" altLang="en-US" sz="1100" b="1" dirty="0">
                <a:solidFill>
                  <a:srgbClr val="FFFFFF"/>
                </a:solidFill>
                <a:latin typeface="Arial" pitchFamily="34" charset="0"/>
                <a:ea typeface="Arial" pitchFamily="34" charset="-122"/>
                <a:cs typeface="Arial" pitchFamily="34" charset="-120"/>
              </a:rPr>
              <a:t>C3</a:t>
            </a:r>
            <a:endParaRPr lang="fr-FR" sz="1100" dirty="0"/>
          </a:p>
        </p:txBody>
      </p:sp>
      <p:sp>
        <p:nvSpPr>
          <p:cNvPr id="21" name="Text 19"/>
          <p:cNvSpPr/>
          <p:nvPr/>
        </p:nvSpPr>
        <p:spPr>
          <a:xfrm>
            <a:off x="1508760" y="3163824"/>
            <a:ext cx="3319272" cy="448056"/>
          </a:xfrm>
          <a:prstGeom prst="rect">
            <a:avLst/>
          </a:prstGeom>
          <a:solidFill>
            <a:srgbClr val="FFFFFF">
              <a:alpha val="0"/>
            </a:srgbClr>
          </a:solidFill>
          <a:ln>
            <a:solidFill>
              <a:srgbClr val="FFFFFF">
                <a:alpha val="0"/>
              </a:srgbClr>
            </a:solidFill>
          </a:ln>
        </p:spPr>
        <p:txBody>
          <a:bodyPr wrap="square" lIns="0" tIns="0" rIns="0" bIns="0" rtlCol="0" anchor="ctr">
            <a:normAutofit/>
          </a:bodyPr>
          <a:lstStyle/>
          <a:p>
            <a:pPr algn="l" indent="0" marL="0">
              <a:buNone/>
            </a:pPr>
            <a:r>
              <a:rPr lang="fr-FR" altLang="en-US" sz="1900" b="1" dirty="0">
                <a:solidFill>
                  <a:srgbClr val="203847"/>
                </a:solidFill>
                <a:latin typeface="Arial" pitchFamily="34" charset="0"/>
                <a:ea typeface="Arial" pitchFamily="34" charset="-122"/>
                <a:cs typeface="Arial" pitchFamily="34" charset="-120"/>
              </a:rPr>
              <a:t>Protéger les données</a:t>
            </a:r>
            <a:endParaRPr lang="fr-FR" sz="1900" dirty="0"/>
          </a:p>
        </p:txBody>
      </p:sp>
      <p:sp>
        <p:nvSpPr>
          <p:cNvPr id="22" name="Text 20"/>
          <p:cNvSpPr/>
          <p:nvPr/>
        </p:nvSpPr>
        <p:spPr>
          <a:xfrm>
            <a:off x="5074920" y="3154680"/>
            <a:ext cx="6327648" cy="466344"/>
          </a:xfrm>
          <a:prstGeom prst="rect">
            <a:avLst/>
          </a:prstGeom>
          <a:solidFill>
            <a:srgbClr val="FFFFFF">
              <a:alpha val="0"/>
            </a:srgbClr>
          </a:solidFill>
          <a:ln>
            <a:solidFill>
              <a:srgbClr val="FFFFFF">
                <a:alpha val="0"/>
              </a:srgbClr>
            </a:solidFill>
          </a:ln>
        </p:spPr>
        <p:txBody>
          <a:bodyPr wrap="square" lIns="0" tIns="0" rIns="0" bIns="0" rtlCol="0" anchor="ctr">
            <a:normAutofit/>
          </a:bodyPr>
          <a:lstStyle/>
          <a:p>
            <a:pPr algn="l" indent="0" marL="0">
              <a:buNone/>
            </a:pPr>
            <a:r>
              <a:rPr lang="fr-FR" altLang="en-US" sz="1800" dirty="0">
                <a:solidFill>
                  <a:srgbClr val="203847"/>
                </a:solidFill>
                <a:latin typeface="Arial" pitchFamily="34" charset="0"/>
                <a:ea typeface="Arial" pitchFamily="34" charset="-122"/>
                <a:cs typeface="Arial" pitchFamily="34" charset="-120"/>
              </a:rPr>
              <a:t>HTTPS, base privée, stockage chiffré, secret côté serveur.</a:t>
            </a:r>
            <a:endParaRPr lang="fr-FR" sz="1800" dirty="0"/>
          </a:p>
        </p:txBody>
      </p:sp>
      <p:sp>
        <p:nvSpPr>
          <p:cNvPr id="23" name="Shape 21"/>
          <p:cNvSpPr/>
          <p:nvPr/>
        </p:nvSpPr>
        <p:spPr>
          <a:xfrm>
            <a:off x="548640" y="3813048"/>
            <a:ext cx="11082528" cy="603504"/>
          </a:xfrm>
          <a:prstGeom prst="rect">
            <a:avLst/>
          </a:prstGeom>
          <a:solidFill>
            <a:srgbClr val="FFFFFF"/>
          </a:solidFill>
          <a:ln w="8890">
            <a:solidFill>
              <a:srgbClr val="FFFFFF"/>
            </a:solidFill>
            <a:prstDash val="solid"/>
          </a:ln>
        </p:spPr>
      </p:sp>
      <p:sp>
        <p:nvSpPr>
          <p:cNvPr id="24" name="Shape 22"/>
          <p:cNvSpPr/>
          <p:nvPr/>
        </p:nvSpPr>
        <p:spPr>
          <a:xfrm>
            <a:off x="731520" y="3959352"/>
            <a:ext cx="566928" cy="310896"/>
          </a:xfrm>
          <a:prstGeom prst="rect">
            <a:avLst/>
          </a:prstGeom>
          <a:solidFill>
            <a:srgbClr val="C52F3C"/>
          </a:solidFill>
          <a:ln w="8890">
            <a:solidFill>
              <a:srgbClr val="C52F3C"/>
            </a:solidFill>
            <a:prstDash val="solid"/>
          </a:ln>
        </p:spPr>
      </p:sp>
      <p:sp>
        <p:nvSpPr>
          <p:cNvPr id="25" name="Text 23"/>
          <p:cNvSpPr/>
          <p:nvPr/>
        </p:nvSpPr>
        <p:spPr>
          <a:xfrm>
            <a:off x="795528" y="3968496"/>
            <a:ext cx="438912" cy="283464"/>
          </a:xfrm>
          <a:prstGeom prst="rect">
            <a:avLst/>
          </a:prstGeom>
          <a:solidFill>
            <a:srgbClr val="FFFFFF">
              <a:alpha val="0"/>
            </a:srgbClr>
          </a:solidFill>
          <a:ln>
            <a:solidFill>
              <a:srgbClr val="FFFFFF">
                <a:alpha val="0"/>
              </a:srgbClr>
            </a:solidFill>
          </a:ln>
        </p:spPr>
        <p:txBody>
          <a:bodyPr wrap="square" lIns="0" tIns="0" rIns="0" bIns="0" rtlCol="0" anchor="ctr">
            <a:normAutofit/>
          </a:bodyPr>
          <a:lstStyle/>
          <a:p>
            <a:pPr algn="l" indent="0" marL="0">
              <a:buNone/>
            </a:pPr>
            <a:r>
              <a:rPr lang="fr-FR" altLang="en-US" sz="1100" b="1" dirty="0">
                <a:solidFill>
                  <a:srgbClr val="FFFFFF"/>
                </a:solidFill>
                <a:latin typeface="Arial" pitchFamily="34" charset="0"/>
                <a:ea typeface="Arial" pitchFamily="34" charset="-122"/>
                <a:cs typeface="Arial" pitchFamily="34" charset="-120"/>
              </a:rPr>
              <a:t>C4</a:t>
            </a:r>
            <a:endParaRPr lang="fr-FR" sz="1100" dirty="0"/>
          </a:p>
        </p:txBody>
      </p:sp>
      <p:sp>
        <p:nvSpPr>
          <p:cNvPr id="26" name="Text 24"/>
          <p:cNvSpPr/>
          <p:nvPr/>
        </p:nvSpPr>
        <p:spPr>
          <a:xfrm>
            <a:off x="1508760" y="3886200"/>
            <a:ext cx="3319272" cy="448056"/>
          </a:xfrm>
          <a:prstGeom prst="rect">
            <a:avLst/>
          </a:prstGeom>
          <a:solidFill>
            <a:srgbClr val="FFFFFF">
              <a:alpha val="0"/>
            </a:srgbClr>
          </a:solidFill>
          <a:ln>
            <a:solidFill>
              <a:srgbClr val="FFFFFF">
                <a:alpha val="0"/>
              </a:srgbClr>
            </a:solidFill>
          </a:ln>
        </p:spPr>
        <p:txBody>
          <a:bodyPr wrap="square" lIns="0" tIns="0" rIns="0" bIns="0" rtlCol="0" anchor="ctr">
            <a:normAutofit/>
          </a:bodyPr>
          <a:lstStyle/>
          <a:p>
            <a:pPr algn="l" indent="0" marL="0">
              <a:buNone/>
            </a:pPr>
            <a:r>
              <a:rPr lang="fr-FR" altLang="en-US" sz="1900" b="1" dirty="0">
                <a:solidFill>
                  <a:srgbClr val="203847"/>
                </a:solidFill>
                <a:latin typeface="Arial" pitchFamily="34" charset="0"/>
                <a:ea typeface="Arial" pitchFamily="34" charset="-122"/>
                <a:cs typeface="Arial" pitchFamily="34" charset="-120"/>
              </a:rPr>
              <a:t>Maîtriser la conservation</a:t>
            </a:r>
            <a:endParaRPr lang="fr-FR" sz="1900" dirty="0"/>
          </a:p>
        </p:txBody>
      </p:sp>
      <p:sp>
        <p:nvSpPr>
          <p:cNvPr id="27" name="Text 25"/>
          <p:cNvSpPr/>
          <p:nvPr/>
        </p:nvSpPr>
        <p:spPr>
          <a:xfrm>
            <a:off x="5074920" y="3877056"/>
            <a:ext cx="6327648" cy="466344"/>
          </a:xfrm>
          <a:prstGeom prst="rect">
            <a:avLst/>
          </a:prstGeom>
          <a:solidFill>
            <a:srgbClr val="FFFFFF">
              <a:alpha val="0"/>
            </a:srgbClr>
          </a:solidFill>
          <a:ln>
            <a:solidFill>
              <a:srgbClr val="FFFFFF">
                <a:alpha val="0"/>
              </a:srgbClr>
            </a:solidFill>
          </a:ln>
        </p:spPr>
        <p:txBody>
          <a:bodyPr wrap="square" lIns="0" tIns="0" rIns="0" bIns="0" rtlCol="0" anchor="ctr">
            <a:normAutofit/>
          </a:bodyPr>
          <a:lstStyle/>
          <a:p>
            <a:pPr algn="l" indent="0" marL="0">
              <a:buNone/>
            </a:pPr>
            <a:r>
              <a:rPr lang="fr-FR" altLang="en-US" sz="1800" dirty="0">
                <a:solidFill>
                  <a:srgbClr val="203847"/>
                </a:solidFill>
                <a:latin typeface="Arial" pitchFamily="34" charset="0"/>
                <a:ea typeface="Arial" pitchFamily="34" charset="-122"/>
                <a:cs typeface="Arial" pitchFamily="34" charset="-120"/>
              </a:rPr>
              <a:t>Dernier état seulement ; arrêt puis purge après désactivation.</a:t>
            </a:r>
            <a:endParaRPr lang="fr-FR" sz="1800" dirty="0"/>
          </a:p>
        </p:txBody>
      </p:sp>
      <p:sp>
        <p:nvSpPr>
          <p:cNvPr id="28" name="Shape 26"/>
          <p:cNvSpPr/>
          <p:nvPr/>
        </p:nvSpPr>
        <p:spPr>
          <a:xfrm>
            <a:off x="548640" y="4535424"/>
            <a:ext cx="11082528" cy="603504"/>
          </a:xfrm>
          <a:prstGeom prst="rect">
            <a:avLst/>
          </a:prstGeom>
          <a:solidFill>
            <a:srgbClr val="F0F3F5"/>
          </a:solidFill>
          <a:ln w="8890">
            <a:solidFill>
              <a:srgbClr val="F0F3F5"/>
            </a:solidFill>
            <a:prstDash val="solid"/>
          </a:ln>
        </p:spPr>
      </p:sp>
      <p:sp>
        <p:nvSpPr>
          <p:cNvPr id="29" name="Shape 27"/>
          <p:cNvSpPr/>
          <p:nvPr/>
        </p:nvSpPr>
        <p:spPr>
          <a:xfrm>
            <a:off x="731520" y="4681728"/>
            <a:ext cx="566928" cy="310896"/>
          </a:xfrm>
          <a:prstGeom prst="rect">
            <a:avLst/>
          </a:prstGeom>
          <a:solidFill>
            <a:srgbClr val="C52F3C"/>
          </a:solidFill>
          <a:ln w="8890">
            <a:solidFill>
              <a:srgbClr val="C52F3C"/>
            </a:solidFill>
            <a:prstDash val="solid"/>
          </a:ln>
        </p:spPr>
      </p:sp>
      <p:sp>
        <p:nvSpPr>
          <p:cNvPr id="30" name="Text 28"/>
          <p:cNvSpPr/>
          <p:nvPr/>
        </p:nvSpPr>
        <p:spPr>
          <a:xfrm>
            <a:off x="795528" y="4690872"/>
            <a:ext cx="438912" cy="283464"/>
          </a:xfrm>
          <a:prstGeom prst="rect">
            <a:avLst/>
          </a:prstGeom>
          <a:solidFill>
            <a:srgbClr val="FFFFFF">
              <a:alpha val="0"/>
            </a:srgbClr>
          </a:solidFill>
          <a:ln>
            <a:solidFill>
              <a:srgbClr val="FFFFFF">
                <a:alpha val="0"/>
              </a:srgbClr>
            </a:solidFill>
          </a:ln>
        </p:spPr>
        <p:txBody>
          <a:bodyPr wrap="square" lIns="0" tIns="0" rIns="0" bIns="0" rtlCol="0" anchor="ctr">
            <a:normAutofit/>
          </a:bodyPr>
          <a:lstStyle/>
          <a:p>
            <a:pPr algn="l" indent="0" marL="0">
              <a:buNone/>
            </a:pPr>
            <a:r>
              <a:rPr lang="fr-FR" altLang="en-US" sz="1100" b="1" dirty="0">
                <a:solidFill>
                  <a:srgbClr val="FFFFFF"/>
                </a:solidFill>
                <a:latin typeface="Arial" pitchFamily="34" charset="0"/>
                <a:ea typeface="Arial" pitchFamily="34" charset="-122"/>
                <a:cs typeface="Arial" pitchFamily="34" charset="-120"/>
              </a:rPr>
              <a:t>C5</a:t>
            </a:r>
            <a:endParaRPr lang="fr-FR" sz="1100" dirty="0"/>
          </a:p>
        </p:txBody>
      </p:sp>
      <p:sp>
        <p:nvSpPr>
          <p:cNvPr id="31" name="Text 29"/>
          <p:cNvSpPr/>
          <p:nvPr/>
        </p:nvSpPr>
        <p:spPr>
          <a:xfrm>
            <a:off x="1508760" y="4608576"/>
            <a:ext cx="3319272" cy="448056"/>
          </a:xfrm>
          <a:prstGeom prst="rect">
            <a:avLst/>
          </a:prstGeom>
          <a:solidFill>
            <a:srgbClr val="FFFFFF">
              <a:alpha val="0"/>
            </a:srgbClr>
          </a:solidFill>
          <a:ln>
            <a:solidFill>
              <a:srgbClr val="FFFFFF">
                <a:alpha val="0"/>
              </a:srgbClr>
            </a:solidFill>
          </a:ln>
        </p:spPr>
        <p:txBody>
          <a:bodyPr wrap="square" lIns="0" tIns="0" rIns="0" bIns="0" rtlCol="0" anchor="ctr">
            <a:normAutofit/>
          </a:bodyPr>
          <a:lstStyle/>
          <a:p>
            <a:pPr algn="l" indent="0" marL="0">
              <a:buNone/>
            </a:pPr>
            <a:r>
              <a:rPr lang="fr-FR" altLang="en-US" sz="1900" b="1" dirty="0">
                <a:solidFill>
                  <a:srgbClr val="203847"/>
                </a:solidFill>
                <a:latin typeface="Arial" pitchFamily="34" charset="0"/>
                <a:ea typeface="Arial" pitchFamily="34" charset="-122"/>
                <a:cs typeface="Arial" pitchFamily="34" charset="-120"/>
              </a:rPr>
              <a:t>Informer et organiser les droits</a:t>
            </a:r>
            <a:endParaRPr lang="fr-FR" sz="1900" dirty="0"/>
          </a:p>
        </p:txBody>
      </p:sp>
      <p:sp>
        <p:nvSpPr>
          <p:cNvPr id="32" name="Text 30"/>
          <p:cNvSpPr/>
          <p:nvPr/>
        </p:nvSpPr>
        <p:spPr>
          <a:xfrm>
            <a:off x="5074920" y="4599432"/>
            <a:ext cx="6327648" cy="466344"/>
          </a:xfrm>
          <a:prstGeom prst="rect">
            <a:avLst/>
          </a:prstGeom>
          <a:solidFill>
            <a:srgbClr val="FFFFFF">
              <a:alpha val="0"/>
            </a:srgbClr>
          </a:solidFill>
          <a:ln>
            <a:solidFill>
              <a:srgbClr val="FFFFFF">
                <a:alpha val="0"/>
              </a:srgbClr>
            </a:solidFill>
          </a:ln>
        </p:spPr>
        <p:txBody>
          <a:bodyPr wrap="square" lIns="0" tIns="0" rIns="0" bIns="0" rtlCol="0" anchor="ctr">
            <a:normAutofit/>
          </a:bodyPr>
          <a:lstStyle/>
          <a:p>
            <a:pPr algn="l" indent="0" marL="0">
              <a:buNone/>
            </a:pPr>
            <a:r>
              <a:rPr lang="fr-FR" altLang="en-US" sz="1800" dirty="0">
                <a:solidFill>
                  <a:srgbClr val="203847"/>
                </a:solidFill>
                <a:latin typeface="Arial" pitchFamily="34" charset="0"/>
                <a:ea typeface="Arial" pitchFamily="34" charset="-122"/>
                <a:cs typeface="Arial" pitchFamily="34" charset="-120"/>
              </a:rPr>
              <a:t>Une notice et un suivi des demandes auprès de Verisure.</a:t>
            </a:r>
            <a:endParaRPr lang="fr-FR" sz="1800" dirty="0"/>
          </a:p>
        </p:txBody>
      </p:sp>
      <p:sp>
        <p:nvSpPr>
          <p:cNvPr id="33" name="Shape 31"/>
          <p:cNvSpPr/>
          <p:nvPr/>
        </p:nvSpPr>
        <p:spPr>
          <a:xfrm>
            <a:off x="548640" y="5596128"/>
            <a:ext cx="11082528" cy="676656"/>
          </a:xfrm>
          <a:prstGeom prst="rect">
            <a:avLst/>
          </a:prstGeom>
          <a:solidFill>
            <a:srgbClr val="F0F3F5"/>
          </a:solidFill>
          <a:ln w="8890">
            <a:solidFill>
              <a:srgbClr val="F0F3F5"/>
            </a:solidFill>
            <a:prstDash val="solid"/>
          </a:ln>
        </p:spPr>
      </p:sp>
      <p:sp>
        <p:nvSpPr>
          <p:cNvPr id="34" name="Text 32"/>
          <p:cNvSpPr/>
          <p:nvPr/>
        </p:nvSpPr>
        <p:spPr>
          <a:xfrm>
            <a:off x="740664" y="5669280"/>
            <a:ext cx="2057400" cy="521208"/>
          </a:xfrm>
          <a:prstGeom prst="rect">
            <a:avLst/>
          </a:prstGeom>
          <a:solidFill>
            <a:srgbClr val="FFFFFF">
              <a:alpha val="0"/>
            </a:srgbClr>
          </a:solidFill>
          <a:ln>
            <a:solidFill>
              <a:srgbClr val="FFFFFF">
                <a:alpha val="0"/>
              </a:srgbClr>
            </a:solidFill>
          </a:ln>
        </p:spPr>
        <p:txBody>
          <a:bodyPr wrap="square" lIns="0" tIns="0" rIns="0" bIns="0" rtlCol="0" anchor="ctr">
            <a:normAutofit/>
          </a:bodyPr>
          <a:lstStyle/>
          <a:p>
            <a:pPr algn="l" indent="0" marL="0">
              <a:buNone/>
            </a:pPr>
            <a:r>
              <a:rPr lang="fr-FR" altLang="en-US" sz="1700" b="1" dirty="0">
                <a:solidFill>
                  <a:srgbClr val="C52F3C"/>
                </a:solidFill>
                <a:latin typeface="Arial" pitchFamily="34" charset="0"/>
                <a:ea typeface="Arial" pitchFamily="34" charset="-122"/>
                <a:cs typeface="Arial" pitchFamily="34" charset="-120"/>
              </a:rPr>
              <a:t>Portée de la preuve</a:t>
            </a:r>
            <a:endParaRPr lang="fr-FR" sz="1700" dirty="0"/>
          </a:p>
        </p:txBody>
      </p:sp>
      <p:sp>
        <p:nvSpPr>
          <p:cNvPr id="35" name="Text 33"/>
          <p:cNvSpPr/>
          <p:nvPr/>
        </p:nvSpPr>
        <p:spPr>
          <a:xfrm>
            <a:off x="2926080" y="5669280"/>
            <a:ext cx="8458200" cy="521208"/>
          </a:xfrm>
          <a:prstGeom prst="rect">
            <a:avLst/>
          </a:prstGeom>
          <a:solidFill>
            <a:srgbClr val="FFFFFF">
              <a:alpha val="0"/>
            </a:srgbClr>
          </a:solidFill>
          <a:ln>
            <a:solidFill>
              <a:srgbClr val="FFFFFF">
                <a:alpha val="0"/>
              </a:srgbClr>
            </a:solidFill>
          </a:ln>
        </p:spPr>
        <p:txBody>
          <a:bodyPr wrap="square" lIns="0" tIns="0" rIns="0" bIns="0" rtlCol="0" anchor="ctr">
            <a:normAutofit/>
          </a:bodyPr>
          <a:lstStyle/>
          <a:p>
            <a:pPr algn="l" indent="0" marL="0">
              <a:buNone/>
            </a:pPr>
            <a:r>
              <a:rPr lang="fr-FR" altLang="en-US" sz="1700" dirty="0">
                <a:solidFill>
                  <a:srgbClr val="203847"/>
                </a:solidFill>
                <a:latin typeface="Arial" pitchFamily="34" charset="0"/>
                <a:ea typeface="Arial" pitchFamily="34" charset="-122"/>
                <a:cs typeface="Arial" pitchFamily="34" charset="-120"/>
              </a:rPr>
              <a:t>Des critères testables, complétés par les validations contractuelles et RGPD.</a:t>
            </a:r>
            <a:endParaRPr lang="fr-FR" sz="17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347472"/>
            <a:ext cx="457200" cy="54864"/>
          </a:xfrm>
          <a:prstGeom prst="rect">
            <a:avLst/>
          </a:prstGeom>
          <a:solidFill>
            <a:srgbClr val="C52F3C"/>
          </a:solidFill>
          <a:ln w="8890">
            <a:solidFill>
              <a:srgbClr val="C52F3C"/>
            </a:solidFill>
            <a:prstDash val="solid"/>
          </a:ln>
        </p:spPr>
      </p:sp>
      <p:sp>
        <p:nvSpPr>
          <p:cNvPr id="3" name="Text 1"/>
          <p:cNvSpPr/>
          <p:nvPr/>
        </p:nvSpPr>
        <p:spPr>
          <a:xfrm>
            <a:off x="1124712" y="274320"/>
            <a:ext cx="9784080" cy="237744"/>
          </a:xfrm>
          <a:prstGeom prst="rect">
            <a:avLst/>
          </a:prstGeom>
          <a:solidFill>
            <a:srgbClr val="FFFFFF">
              <a:alpha val="0"/>
            </a:srgbClr>
          </a:solidFill>
          <a:ln>
            <a:solidFill>
              <a:srgbClr val="FFFFFF">
                <a:alpha val="0"/>
              </a:srgbClr>
            </a:solidFill>
          </a:ln>
        </p:spPr>
        <p:txBody>
          <a:bodyPr wrap="square" lIns="0" tIns="0" rIns="0" bIns="0" rtlCol="0" anchor="ctr">
            <a:normAutofit/>
          </a:bodyPr>
          <a:lstStyle/>
          <a:p>
            <a:pPr algn="l" indent="0" marL="0">
              <a:buNone/>
            </a:pPr>
            <a:r>
              <a:rPr lang="fr-FR" altLang="en-US" sz="1100" b="1" spc="130" kern="0" dirty="0">
                <a:solidFill>
                  <a:srgbClr val="5B6770"/>
                </a:solidFill>
                <a:latin typeface="Arial" pitchFamily="34" charset="0"/>
                <a:ea typeface="Arial" pitchFamily="34" charset="-122"/>
                <a:cs typeface="Arial" pitchFamily="34" charset="-120"/>
              </a:rPr>
              <a:t>ANALYSE DU TRAITEMENT</a:t>
            </a:r>
            <a:endParaRPr lang="fr-FR" sz="1100" dirty="0"/>
          </a:p>
        </p:txBody>
      </p:sp>
      <p:sp>
        <p:nvSpPr>
          <p:cNvPr id="4" name="Text 2"/>
          <p:cNvSpPr/>
          <p:nvPr/>
        </p:nvSpPr>
        <p:spPr>
          <a:xfrm>
            <a:off x="548640" y="822960"/>
            <a:ext cx="11064240" cy="557784"/>
          </a:xfrm>
          <a:prstGeom prst="rect">
            <a:avLst/>
          </a:prstGeom>
          <a:solidFill>
            <a:srgbClr val="FFFFFF">
              <a:alpha val="0"/>
            </a:srgbClr>
          </a:solidFill>
          <a:ln>
            <a:solidFill>
              <a:srgbClr val="FFFFFF">
                <a:alpha val="0"/>
              </a:srgbClr>
            </a:solidFill>
          </a:ln>
        </p:spPr>
        <p:txBody>
          <a:bodyPr wrap="square" lIns="0" tIns="0" rIns="0" bIns="0" rtlCol="0" anchor="ctr">
            <a:normAutofit/>
          </a:bodyPr>
          <a:lstStyle/>
          <a:p>
            <a:pPr algn="l" indent="0" marL="0">
              <a:buNone/>
            </a:pPr>
            <a:r>
              <a:rPr lang="fr-FR" altLang="en-US" sz="3000" b="1" dirty="0">
                <a:solidFill>
                  <a:srgbClr val="203847"/>
                </a:solidFill>
                <a:latin typeface="Arial" pitchFamily="34" charset="0"/>
                <a:ea typeface="Arial" pitchFamily="34" charset="-122"/>
                <a:cs typeface="Arial" pitchFamily="34" charset="-120"/>
              </a:rPr>
              <a:t>Limiter les données et leur durée de vie</a:t>
            </a:r>
            <a:endParaRPr lang="fr-FR" sz="3000" dirty="0"/>
          </a:p>
        </p:txBody>
      </p:sp>
      <p:sp>
        <p:nvSpPr>
          <p:cNvPr id="5" name="Shape 3"/>
          <p:cNvSpPr/>
          <p:nvPr/>
        </p:nvSpPr>
        <p:spPr>
          <a:xfrm>
            <a:off x="548640" y="6437376"/>
            <a:ext cx="11082528" cy="0"/>
          </a:xfrm>
          <a:prstGeom prst="line">
            <a:avLst/>
          </a:prstGeom>
          <a:solidFill>
            <a:srgbClr val="FFFFFF">
              <a:alpha val="0"/>
            </a:srgbClr>
          </a:solidFill>
          <a:ln w="19050">
            <a:solidFill>
              <a:srgbClr val="DCE2E6"/>
            </a:solidFill>
            <a:prstDash val="solid"/>
          </a:ln>
        </p:spPr>
      </p:sp>
      <p:sp>
        <p:nvSpPr>
          <p:cNvPr id="6" name="Text 4"/>
          <p:cNvSpPr/>
          <p:nvPr/>
        </p:nvSpPr>
        <p:spPr>
          <a:xfrm>
            <a:off x="548640" y="6510528"/>
            <a:ext cx="10424160" cy="182880"/>
          </a:xfrm>
          <a:prstGeom prst="rect">
            <a:avLst/>
          </a:prstGeom>
          <a:solidFill>
            <a:srgbClr val="FFFFFF">
              <a:alpha val="0"/>
            </a:srgbClr>
          </a:solidFill>
          <a:ln>
            <a:solidFill>
              <a:srgbClr val="FFFFFF">
                <a:alpha val="0"/>
              </a:srgbClr>
            </a:solidFill>
          </a:ln>
        </p:spPr>
        <p:txBody>
          <a:bodyPr wrap="square" lIns="0" tIns="0" rIns="0" bIns="0" rtlCol="0" anchor="ctr">
            <a:normAutofit/>
          </a:bodyPr>
          <a:lstStyle/>
          <a:p>
            <a:pPr algn="l" indent="0" marL="0">
              <a:buNone/>
            </a:pPr>
            <a:r>
              <a:rPr lang="fr-FR" altLang="en-US" sz="900" dirty="0">
                <a:solidFill>
                  <a:srgbClr val="5B6770"/>
                </a:solidFill>
                <a:latin typeface="Arial" pitchFamily="34" charset="0"/>
                <a:ea typeface="Arial" pitchFamily="34" charset="-122"/>
                <a:cs typeface="Arial" pitchFamily="34" charset="-120"/>
              </a:rPr>
              <a:t>Verisure | RGPD-01 | Mise en œuvre</a:t>
            </a:r>
            <a:endParaRPr lang="fr-FR" sz="900" dirty="0"/>
          </a:p>
        </p:txBody>
      </p:sp>
      <p:sp>
        <p:nvSpPr>
          <p:cNvPr id="7" name="Text 5"/>
          <p:cNvSpPr/>
          <p:nvPr/>
        </p:nvSpPr>
        <p:spPr>
          <a:xfrm>
            <a:off x="11137392" y="6492240"/>
            <a:ext cx="502920" cy="201168"/>
          </a:xfrm>
          <a:prstGeom prst="rect">
            <a:avLst/>
          </a:prstGeom>
          <a:solidFill>
            <a:srgbClr val="FFFFFF">
              <a:alpha val="0"/>
            </a:srgbClr>
          </a:solidFill>
          <a:ln>
            <a:solidFill>
              <a:srgbClr val="FFFFFF">
                <a:alpha val="0"/>
              </a:srgbClr>
            </a:solidFill>
          </a:ln>
        </p:spPr>
        <p:txBody>
          <a:bodyPr wrap="square" lIns="0" tIns="0" rIns="0" bIns="0" rtlCol="0" anchor="ctr">
            <a:normAutofit/>
          </a:bodyPr>
          <a:lstStyle/>
          <a:p>
            <a:pPr algn="r" indent="0" marL="0">
              <a:buNone/>
            </a:pPr>
            <a:r>
              <a:rPr lang="fr-FR" altLang="en-US" sz="1000" dirty="0">
                <a:solidFill>
                  <a:srgbClr val="5B6770"/>
                </a:solidFill>
                <a:latin typeface="Arial" pitchFamily="34" charset="0"/>
                <a:ea typeface="Arial" pitchFamily="34" charset="-122"/>
                <a:cs typeface="Arial" pitchFamily="34" charset="-120"/>
              </a:rPr>
              <a:t>3</a:t>
            </a:r>
            <a:endParaRPr lang="fr-FR" sz="1000" dirty="0"/>
          </a:p>
        </p:txBody>
      </p:sp>
      <p:sp>
        <p:nvSpPr>
          <p:cNvPr id="8" name="Shape 6"/>
          <p:cNvSpPr/>
          <p:nvPr/>
        </p:nvSpPr>
        <p:spPr>
          <a:xfrm>
            <a:off x="548640" y="1719072"/>
            <a:ext cx="3529584" cy="3447288"/>
          </a:xfrm>
          <a:prstGeom prst="rect">
            <a:avLst/>
          </a:prstGeom>
          <a:solidFill>
            <a:srgbClr val="F0F3F5"/>
          </a:solidFill>
          <a:ln w="8890">
            <a:solidFill>
              <a:srgbClr val="F0F3F5"/>
            </a:solidFill>
            <a:prstDash val="solid"/>
          </a:ln>
        </p:spPr>
      </p:sp>
      <p:sp>
        <p:nvSpPr>
          <p:cNvPr id="9" name="Shape 7"/>
          <p:cNvSpPr/>
          <p:nvPr/>
        </p:nvSpPr>
        <p:spPr>
          <a:xfrm>
            <a:off x="548640" y="1719072"/>
            <a:ext cx="41148" cy="3447288"/>
          </a:xfrm>
          <a:prstGeom prst="rect">
            <a:avLst/>
          </a:prstGeom>
          <a:solidFill>
            <a:srgbClr val="C52F3C"/>
          </a:solidFill>
          <a:ln w="8890">
            <a:solidFill>
              <a:srgbClr val="C52F3C"/>
            </a:solidFill>
            <a:prstDash val="solid"/>
          </a:ln>
        </p:spPr>
      </p:sp>
      <p:sp>
        <p:nvSpPr>
          <p:cNvPr id="10" name="Text 8"/>
          <p:cNvSpPr/>
          <p:nvPr/>
        </p:nvSpPr>
        <p:spPr>
          <a:xfrm>
            <a:off x="749808" y="1920240"/>
            <a:ext cx="3127248" cy="393192"/>
          </a:xfrm>
          <a:prstGeom prst="rect">
            <a:avLst/>
          </a:prstGeom>
          <a:solidFill>
            <a:srgbClr val="FFFFFF">
              <a:alpha val="0"/>
            </a:srgbClr>
          </a:solidFill>
          <a:ln>
            <a:solidFill>
              <a:srgbClr val="FFFFFF">
                <a:alpha val="0"/>
              </a:srgbClr>
            </a:solidFill>
          </a:ln>
        </p:spPr>
        <p:txBody>
          <a:bodyPr wrap="square" lIns="0" tIns="0" rIns="0" bIns="0" rtlCol="0" anchor="ctr">
            <a:normAutofit/>
          </a:bodyPr>
          <a:lstStyle/>
          <a:p>
            <a:pPr algn="l" indent="0" marL="0">
              <a:buNone/>
            </a:pPr>
            <a:r>
              <a:rPr lang="fr-FR" altLang="en-US" sz="2100" b="1" dirty="0">
                <a:solidFill>
                  <a:srgbClr val="203847"/>
                </a:solidFill>
                <a:latin typeface="Arial" pitchFamily="34" charset="0"/>
                <a:ea typeface="Arial" pitchFamily="34" charset="-122"/>
                <a:cs typeface="Arial" pitchFamily="34" charset="-120"/>
              </a:rPr>
              <a:t>Données utiles</a:t>
            </a:r>
            <a:endParaRPr lang="fr-FR" sz="2100" dirty="0"/>
          </a:p>
        </p:txBody>
      </p:sp>
      <p:sp>
        <p:nvSpPr>
          <p:cNvPr id="11" name="Text 9"/>
          <p:cNvSpPr/>
          <p:nvPr/>
        </p:nvSpPr>
        <p:spPr>
          <a:xfrm>
            <a:off x="749808" y="2487168"/>
            <a:ext cx="3127248" cy="2487168"/>
          </a:xfrm>
          <a:prstGeom prst="rect">
            <a:avLst/>
          </a:prstGeom>
          <a:solidFill>
            <a:srgbClr val="FFFFFF">
              <a:alpha val="0"/>
            </a:srgbClr>
          </a:solidFill>
          <a:ln>
            <a:solidFill>
              <a:srgbClr val="FFFFFF">
                <a:alpha val="0"/>
              </a:srgbClr>
            </a:solidFill>
          </a:ln>
        </p:spPr>
        <p:txBody>
          <a:bodyPr wrap="square" lIns="0" tIns="0" rIns="0" bIns="0" rtlCol="0" anchor="t">
            <a:normAutofit/>
          </a:bodyPr>
          <a:lstStyle/>
          <a:p>
            <a:pPr algn="l" indent="0" marL="0">
              <a:buNone/>
            </a:pPr>
            <a:r>
              <a:rPr lang="fr-FR" altLang="en-US" sz="2100" dirty="0">
                <a:solidFill>
                  <a:srgbClr val="203847"/>
                </a:solidFill>
                <a:latin typeface="Arial" pitchFamily="34" charset="0"/>
                <a:ea typeface="Arial" pitchFamily="34" charset="-122"/>
                <a:cs typeface="Arial" pitchFamily="34" charset="-120"/>
              </a:rPr>
              <a:t>Identifiant du foyer</a:t>
            </a:r>
            <a:endParaRPr lang="fr-FR" sz="2100" dirty="0"/>
          </a:p>
          <a:p>
            <a:pPr algn="l" indent="0" marL="0">
              <a:buNone/>
            </a:pPr>
            <a:r>
              <a:rPr lang="fr-FR" altLang="en-US" sz="2100" dirty="0">
                <a:solidFill>
                  <a:srgbClr val="203847"/>
                </a:solidFill>
                <a:latin typeface="Arial" pitchFamily="34" charset="0"/>
                <a:ea typeface="Arial" pitchFamily="34" charset="-122"/>
                <a:cs typeface="Arial" pitchFamily="34" charset="-120"/>
              </a:rPr>
              <a:t>Identifiant de l'appareil</a:t>
            </a:r>
            <a:endParaRPr lang="fr-FR" sz="2100" dirty="0"/>
          </a:p>
          <a:p>
            <a:pPr algn="l" indent="0" marL="0">
              <a:buNone/>
            </a:pPr>
            <a:r>
              <a:rPr lang="fr-FR" altLang="en-US" sz="2100" dirty="0">
                <a:solidFill>
                  <a:srgbClr val="203847"/>
                </a:solidFill>
                <a:latin typeface="Arial" pitchFamily="34" charset="0"/>
                <a:ea typeface="Arial" pitchFamily="34" charset="-122"/>
                <a:cs typeface="Arial" pitchFamily="34" charset="-120"/>
              </a:rPr>
              <a:t>Type d'appareil</a:t>
            </a:r>
            <a:endParaRPr lang="fr-FR" sz="2100" dirty="0"/>
          </a:p>
          <a:p>
            <a:pPr algn="l" indent="0" marL="0">
              <a:buNone/>
            </a:pPr>
            <a:r>
              <a:rPr lang="fr-FR" altLang="en-US" sz="2100" dirty="0">
                <a:solidFill>
                  <a:srgbClr val="203847"/>
                </a:solidFill>
                <a:latin typeface="Arial" pitchFamily="34" charset="0"/>
                <a:ea typeface="Arial" pitchFamily="34" charset="-122"/>
                <a:cs typeface="Arial" pitchFamily="34" charset="-120"/>
              </a:rPr>
              <a:t>État</a:t>
            </a:r>
            <a:endParaRPr lang="fr-FR" sz="2100" dirty="0"/>
          </a:p>
          <a:p>
            <a:pPr algn="l" indent="0" marL="0">
              <a:buNone/>
            </a:pPr>
            <a:r>
              <a:rPr lang="fr-FR" altLang="en-US" sz="2100" dirty="0">
                <a:solidFill>
                  <a:srgbClr val="203847"/>
                </a:solidFill>
                <a:latin typeface="Arial" pitchFamily="34" charset="0"/>
                <a:ea typeface="Arial" pitchFamily="34" charset="-122"/>
                <a:cs typeface="Arial" pitchFamily="34" charset="-120"/>
              </a:rPr>
              <a:t>Date de mise à jour</a:t>
            </a:r>
            <a:endParaRPr lang="fr-FR" sz="2100" dirty="0"/>
          </a:p>
        </p:txBody>
      </p:sp>
      <p:sp>
        <p:nvSpPr>
          <p:cNvPr id="12" name="Shape 10"/>
          <p:cNvSpPr/>
          <p:nvPr/>
        </p:nvSpPr>
        <p:spPr>
          <a:xfrm>
            <a:off x="4315968" y="1719072"/>
            <a:ext cx="3529584" cy="3447288"/>
          </a:xfrm>
          <a:prstGeom prst="rect">
            <a:avLst/>
          </a:prstGeom>
          <a:solidFill>
            <a:srgbClr val="F0F3F5"/>
          </a:solidFill>
          <a:ln w="8890">
            <a:solidFill>
              <a:srgbClr val="F0F3F5"/>
            </a:solidFill>
            <a:prstDash val="solid"/>
          </a:ln>
        </p:spPr>
      </p:sp>
      <p:sp>
        <p:nvSpPr>
          <p:cNvPr id="13" name="Shape 11"/>
          <p:cNvSpPr/>
          <p:nvPr/>
        </p:nvSpPr>
        <p:spPr>
          <a:xfrm>
            <a:off x="4315968" y="1719072"/>
            <a:ext cx="41148" cy="3447288"/>
          </a:xfrm>
          <a:prstGeom prst="rect">
            <a:avLst/>
          </a:prstGeom>
          <a:solidFill>
            <a:srgbClr val="C52F3C"/>
          </a:solidFill>
          <a:ln w="8890">
            <a:solidFill>
              <a:srgbClr val="C52F3C"/>
            </a:solidFill>
            <a:prstDash val="solid"/>
          </a:ln>
        </p:spPr>
      </p:sp>
      <p:sp>
        <p:nvSpPr>
          <p:cNvPr id="14" name="Text 12"/>
          <p:cNvSpPr/>
          <p:nvPr/>
        </p:nvSpPr>
        <p:spPr>
          <a:xfrm>
            <a:off x="4517136" y="1920240"/>
            <a:ext cx="3127248" cy="393192"/>
          </a:xfrm>
          <a:prstGeom prst="rect">
            <a:avLst/>
          </a:prstGeom>
          <a:solidFill>
            <a:srgbClr val="FFFFFF">
              <a:alpha val="0"/>
            </a:srgbClr>
          </a:solidFill>
          <a:ln>
            <a:solidFill>
              <a:srgbClr val="FFFFFF">
                <a:alpha val="0"/>
              </a:srgbClr>
            </a:solidFill>
          </a:ln>
        </p:spPr>
        <p:txBody>
          <a:bodyPr wrap="square" lIns="0" tIns="0" rIns="0" bIns="0" rtlCol="0" anchor="ctr">
            <a:normAutofit/>
          </a:bodyPr>
          <a:lstStyle/>
          <a:p>
            <a:pPr algn="l" indent="0" marL="0">
              <a:buNone/>
            </a:pPr>
            <a:r>
              <a:rPr lang="fr-FR" altLang="en-US" sz="2100" b="1" dirty="0">
                <a:solidFill>
                  <a:srgbClr val="203847"/>
                </a:solidFill>
                <a:latin typeface="Arial" pitchFamily="34" charset="0"/>
                <a:ea typeface="Arial" pitchFamily="34" charset="-122"/>
                <a:cs typeface="Arial" pitchFamily="34" charset="-120"/>
              </a:rPr>
              <a:t>Responsabilités</a:t>
            </a:r>
            <a:endParaRPr lang="fr-FR" sz="2100" dirty="0"/>
          </a:p>
        </p:txBody>
      </p:sp>
      <p:sp>
        <p:nvSpPr>
          <p:cNvPr id="15" name="Text 13"/>
          <p:cNvSpPr/>
          <p:nvPr/>
        </p:nvSpPr>
        <p:spPr>
          <a:xfrm>
            <a:off x="4517136" y="2487168"/>
            <a:ext cx="3127248" cy="2487168"/>
          </a:xfrm>
          <a:prstGeom prst="rect">
            <a:avLst/>
          </a:prstGeom>
          <a:solidFill>
            <a:srgbClr val="FFFFFF">
              <a:alpha val="0"/>
            </a:srgbClr>
          </a:solidFill>
          <a:ln>
            <a:solidFill>
              <a:srgbClr val="FFFFFF">
                <a:alpha val="0"/>
              </a:srgbClr>
            </a:solidFill>
          </a:ln>
        </p:spPr>
        <p:txBody>
          <a:bodyPr wrap="square" lIns="0" tIns="0" rIns="0" bIns="0" rtlCol="0" anchor="t">
            <a:normAutofit/>
          </a:bodyPr>
          <a:lstStyle/>
          <a:p>
            <a:pPr algn="l" indent="0" marL="0">
              <a:buNone/>
            </a:pPr>
            <a:r>
              <a:rPr lang="fr-FR" altLang="en-US" sz="2000" dirty="0">
                <a:solidFill>
                  <a:srgbClr val="203847"/>
                </a:solidFill>
                <a:latin typeface="Arial" pitchFamily="34" charset="0"/>
                <a:ea typeface="Arial" pitchFamily="34" charset="-122"/>
                <a:cs typeface="Arial" pitchFamily="34" charset="-120"/>
              </a:rPr>
              <a:t>Verisure : responsable du traitement.</a:t>
            </a:r>
            <a:endParaRPr lang="fr-FR" sz="2000" dirty="0"/>
          </a:p>
          <a:p>
            <a:pPr algn="l" indent="0" marL="0">
              <a:buNone/>
            </a:pPr>
            <a:endParaRPr lang="fr-FR" sz="2000" dirty="0"/>
          </a:p>
          <a:p>
            <a:pPr algn="l" indent="0" marL="0">
              <a:buNone/>
            </a:pPr>
            <a:r>
              <a:rPr lang="fr-FR" altLang="en-US" sz="2000" dirty="0">
                <a:solidFill>
                  <a:srgbClr val="203847"/>
                </a:solidFill>
                <a:latin typeface="Arial" pitchFamily="34" charset="0"/>
                <a:ea typeface="Arial" pitchFamily="34" charset="-122"/>
                <a:cs typeface="Arial" pitchFamily="34" charset="-120"/>
              </a:rPr>
              <a:t>Notre société : sous-traitant.</a:t>
            </a:r>
            <a:endParaRPr lang="fr-FR" sz="2000" dirty="0"/>
          </a:p>
          <a:p>
            <a:pPr algn="l" indent="0" marL="0">
              <a:buNone/>
            </a:pPr>
            <a:endParaRPr lang="fr-FR" sz="2000" dirty="0"/>
          </a:p>
          <a:p>
            <a:pPr algn="l" indent="0" marL="0">
              <a:buNone/>
            </a:pPr>
            <a:r>
              <a:rPr lang="fr-FR" altLang="en-US" sz="2000" dirty="0">
                <a:solidFill>
                  <a:srgbClr val="203847"/>
                </a:solidFill>
                <a:latin typeface="Arial" pitchFamily="34" charset="0"/>
                <a:ea typeface="Arial" pitchFamily="34" charset="-122"/>
                <a:cs typeface="Arial" pitchFamily="34" charset="-120"/>
              </a:rPr>
              <a:t>Rôles et contrat à confirmer.</a:t>
            </a:r>
            <a:endParaRPr lang="fr-FR" sz="2000" dirty="0"/>
          </a:p>
        </p:txBody>
      </p:sp>
      <p:sp>
        <p:nvSpPr>
          <p:cNvPr id="16" name="Shape 14"/>
          <p:cNvSpPr/>
          <p:nvPr/>
        </p:nvSpPr>
        <p:spPr>
          <a:xfrm>
            <a:off x="8083296" y="1719072"/>
            <a:ext cx="3547872" cy="3447288"/>
          </a:xfrm>
          <a:prstGeom prst="rect">
            <a:avLst/>
          </a:prstGeom>
          <a:solidFill>
            <a:srgbClr val="F0F3F5"/>
          </a:solidFill>
          <a:ln w="8890">
            <a:solidFill>
              <a:srgbClr val="F0F3F5"/>
            </a:solidFill>
            <a:prstDash val="solid"/>
          </a:ln>
        </p:spPr>
      </p:sp>
      <p:sp>
        <p:nvSpPr>
          <p:cNvPr id="17" name="Shape 15"/>
          <p:cNvSpPr/>
          <p:nvPr/>
        </p:nvSpPr>
        <p:spPr>
          <a:xfrm>
            <a:off x="8083296" y="1719072"/>
            <a:ext cx="41148" cy="3447288"/>
          </a:xfrm>
          <a:prstGeom prst="rect">
            <a:avLst/>
          </a:prstGeom>
          <a:solidFill>
            <a:srgbClr val="C52F3C"/>
          </a:solidFill>
          <a:ln w="8890">
            <a:solidFill>
              <a:srgbClr val="C52F3C"/>
            </a:solidFill>
            <a:prstDash val="solid"/>
          </a:ln>
        </p:spPr>
      </p:sp>
      <p:sp>
        <p:nvSpPr>
          <p:cNvPr id="18" name="Text 16"/>
          <p:cNvSpPr/>
          <p:nvPr/>
        </p:nvSpPr>
        <p:spPr>
          <a:xfrm>
            <a:off x="8284464" y="1920240"/>
            <a:ext cx="3145536" cy="393192"/>
          </a:xfrm>
          <a:prstGeom prst="rect">
            <a:avLst/>
          </a:prstGeom>
          <a:solidFill>
            <a:srgbClr val="FFFFFF">
              <a:alpha val="0"/>
            </a:srgbClr>
          </a:solidFill>
          <a:ln>
            <a:solidFill>
              <a:srgbClr val="FFFFFF">
                <a:alpha val="0"/>
              </a:srgbClr>
            </a:solidFill>
          </a:ln>
        </p:spPr>
        <p:txBody>
          <a:bodyPr wrap="square" lIns="0" tIns="0" rIns="0" bIns="0" rtlCol="0" anchor="ctr">
            <a:normAutofit/>
          </a:bodyPr>
          <a:lstStyle/>
          <a:p>
            <a:pPr algn="l" indent="0" marL="0">
              <a:buNone/>
            </a:pPr>
            <a:r>
              <a:rPr lang="fr-FR" altLang="en-US" sz="2100" b="1" dirty="0">
                <a:solidFill>
                  <a:srgbClr val="203847"/>
                </a:solidFill>
                <a:latin typeface="Arial" pitchFamily="34" charset="0"/>
                <a:ea typeface="Arial" pitchFamily="34" charset="-122"/>
                <a:cs typeface="Arial" pitchFamily="34" charset="-120"/>
              </a:rPr>
              <a:t>Conservation</a:t>
            </a:r>
            <a:endParaRPr lang="fr-FR" sz="2100" dirty="0"/>
          </a:p>
        </p:txBody>
      </p:sp>
      <p:sp>
        <p:nvSpPr>
          <p:cNvPr id="19" name="Text 17"/>
          <p:cNvSpPr/>
          <p:nvPr/>
        </p:nvSpPr>
        <p:spPr>
          <a:xfrm>
            <a:off x="8284464" y="2487168"/>
            <a:ext cx="3145536" cy="2487168"/>
          </a:xfrm>
          <a:prstGeom prst="rect">
            <a:avLst/>
          </a:prstGeom>
          <a:solidFill>
            <a:srgbClr val="FFFFFF">
              <a:alpha val="0"/>
            </a:srgbClr>
          </a:solidFill>
          <a:ln>
            <a:solidFill>
              <a:srgbClr val="FFFFFF">
                <a:alpha val="0"/>
              </a:srgbClr>
            </a:solidFill>
          </a:ln>
        </p:spPr>
        <p:txBody>
          <a:bodyPr wrap="square" lIns="0" tIns="0" rIns="0" bIns="0" rtlCol="0" anchor="t">
            <a:normAutofit/>
          </a:bodyPr>
          <a:lstStyle/>
          <a:p>
            <a:pPr algn="l" indent="0" marL="0">
              <a:buNone/>
            </a:pPr>
            <a:r>
              <a:rPr lang="fr-FR" altLang="en-US" sz="2000" dirty="0">
                <a:solidFill>
                  <a:srgbClr val="203847"/>
                </a:solidFill>
                <a:latin typeface="Arial" pitchFamily="34" charset="0"/>
                <a:ea typeface="Arial" pitchFamily="34" charset="-122"/>
                <a:cs typeface="Arial" pitchFamily="34" charset="-120"/>
              </a:rPr>
              <a:t>Dernier état seulement.</a:t>
            </a:r>
            <a:endParaRPr lang="fr-FR" sz="2000" dirty="0"/>
          </a:p>
          <a:p>
            <a:pPr algn="l" indent="0" marL="0">
              <a:buNone/>
            </a:pPr>
            <a:endParaRPr lang="fr-FR" sz="2000" dirty="0"/>
          </a:p>
          <a:p>
            <a:pPr algn="l" indent="0" marL="0">
              <a:buNone/>
            </a:pPr>
            <a:r>
              <a:rPr lang="fr-FR" altLang="en-US" sz="2000" dirty="0">
                <a:solidFill>
                  <a:srgbClr val="203847"/>
                </a:solidFill>
                <a:latin typeface="Arial" pitchFamily="34" charset="0"/>
                <a:ea typeface="Arial" pitchFamily="34" charset="-122"/>
                <a:cs typeface="Arial" pitchFamily="34" charset="-120"/>
              </a:rPr>
              <a:t>Vue désactivée : collecte et accès arrêtés.</a:t>
            </a:r>
            <a:endParaRPr lang="fr-FR" sz="2000" dirty="0"/>
          </a:p>
          <a:p>
            <a:pPr algn="l" indent="0" marL="0">
              <a:buNone/>
            </a:pPr>
            <a:endParaRPr lang="fr-FR" sz="2000" dirty="0"/>
          </a:p>
          <a:p>
            <a:pPr algn="l" indent="0" marL="0">
              <a:buNone/>
            </a:pPr>
            <a:r>
              <a:rPr lang="fr-FR" altLang="en-US" sz="2000" dirty="0">
                <a:solidFill>
                  <a:srgbClr val="203847"/>
                </a:solidFill>
                <a:latin typeface="Arial" pitchFamily="34" charset="0"/>
                <a:ea typeface="Arial" pitchFamily="34" charset="-122"/>
                <a:cs typeface="Arial" pitchFamily="34" charset="-120"/>
              </a:rPr>
              <a:t>Purge sous 24 h.</a:t>
            </a:r>
            <a:endParaRPr lang="fr-FR" sz="2000" dirty="0"/>
          </a:p>
        </p:txBody>
      </p:sp>
      <p:sp>
        <p:nvSpPr>
          <p:cNvPr id="20" name="Shape 18"/>
          <p:cNvSpPr/>
          <p:nvPr/>
        </p:nvSpPr>
        <p:spPr>
          <a:xfrm>
            <a:off x="548640" y="5568696"/>
            <a:ext cx="11082528" cy="676656"/>
          </a:xfrm>
          <a:prstGeom prst="rect">
            <a:avLst/>
          </a:prstGeom>
          <a:solidFill>
            <a:srgbClr val="F0F3F5"/>
          </a:solidFill>
          <a:ln w="8890">
            <a:solidFill>
              <a:srgbClr val="F0F3F5"/>
            </a:solidFill>
            <a:prstDash val="solid"/>
          </a:ln>
        </p:spPr>
      </p:sp>
      <p:sp>
        <p:nvSpPr>
          <p:cNvPr id="21" name="Text 19"/>
          <p:cNvSpPr/>
          <p:nvPr/>
        </p:nvSpPr>
        <p:spPr>
          <a:xfrm>
            <a:off x="740664" y="5641848"/>
            <a:ext cx="2057400" cy="521208"/>
          </a:xfrm>
          <a:prstGeom prst="rect">
            <a:avLst/>
          </a:prstGeom>
          <a:solidFill>
            <a:srgbClr val="FFFFFF">
              <a:alpha val="0"/>
            </a:srgbClr>
          </a:solidFill>
          <a:ln>
            <a:solidFill>
              <a:srgbClr val="FFFFFF">
                <a:alpha val="0"/>
              </a:srgbClr>
            </a:solidFill>
          </a:ln>
        </p:spPr>
        <p:txBody>
          <a:bodyPr wrap="square" lIns="0" tIns="0" rIns="0" bIns="0" rtlCol="0" anchor="ctr">
            <a:normAutofit/>
          </a:bodyPr>
          <a:lstStyle/>
          <a:p>
            <a:pPr algn="l" indent="0" marL="0">
              <a:buNone/>
            </a:pPr>
            <a:r>
              <a:rPr lang="fr-FR" altLang="en-US" sz="1700" b="1" dirty="0">
                <a:solidFill>
                  <a:srgbClr val="C52F3C"/>
                </a:solidFill>
                <a:latin typeface="Arial" pitchFamily="34" charset="0"/>
                <a:ea typeface="Arial" pitchFamily="34" charset="-122"/>
                <a:cs typeface="Arial" pitchFamily="34" charset="-120"/>
              </a:rPr>
              <a:t>Conservation à valider</a:t>
            </a:r>
            <a:endParaRPr lang="fr-FR" sz="1700" dirty="0"/>
          </a:p>
        </p:txBody>
      </p:sp>
      <p:sp>
        <p:nvSpPr>
          <p:cNvPr id="22" name="Text 20"/>
          <p:cNvSpPr/>
          <p:nvPr/>
        </p:nvSpPr>
        <p:spPr>
          <a:xfrm>
            <a:off x="2926080" y="5641848"/>
            <a:ext cx="8458200" cy="521208"/>
          </a:xfrm>
          <a:prstGeom prst="rect">
            <a:avLst/>
          </a:prstGeom>
          <a:solidFill>
            <a:srgbClr val="FFFFFF">
              <a:alpha val="0"/>
            </a:srgbClr>
          </a:solidFill>
          <a:ln>
            <a:solidFill>
              <a:srgbClr val="FFFFFF">
                <a:alpha val="0"/>
              </a:srgbClr>
            </a:solidFill>
          </a:ln>
        </p:spPr>
        <p:txBody>
          <a:bodyPr wrap="square" lIns="0" tIns="0" rIns="0" bIns="0" rtlCol="0" anchor="ctr">
            <a:normAutofit/>
          </a:bodyPr>
          <a:lstStyle/>
          <a:p>
            <a:pPr algn="l" indent="0" marL="0">
              <a:buNone/>
            </a:pPr>
            <a:r>
              <a:rPr lang="fr-FR" altLang="en-US" sz="1700" dirty="0">
                <a:solidFill>
                  <a:srgbClr val="203847"/>
                </a:solidFill>
                <a:latin typeface="Arial" pitchFamily="34" charset="0"/>
                <a:ea typeface="Arial" pitchFamily="34" charset="-122"/>
                <a:cs typeface="Arial" pitchFamily="34" charset="-120"/>
              </a:rPr>
              <a:t>Objectif proposé : 24 h pour la base active ; durées distinctes pour les sauvegardes.</a:t>
            </a:r>
            <a:endParaRPr lang="fr-FR" sz="17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347472"/>
            <a:ext cx="457200" cy="54864"/>
          </a:xfrm>
          <a:prstGeom prst="rect">
            <a:avLst/>
          </a:prstGeom>
          <a:solidFill>
            <a:srgbClr val="C52F3C"/>
          </a:solidFill>
          <a:ln w="8890">
            <a:solidFill>
              <a:srgbClr val="C52F3C"/>
            </a:solidFill>
            <a:prstDash val="solid"/>
          </a:ln>
        </p:spPr>
      </p:sp>
      <p:sp>
        <p:nvSpPr>
          <p:cNvPr id="3" name="Text 1"/>
          <p:cNvSpPr/>
          <p:nvPr/>
        </p:nvSpPr>
        <p:spPr>
          <a:xfrm>
            <a:off x="1124712" y="274320"/>
            <a:ext cx="9784080" cy="237744"/>
          </a:xfrm>
          <a:prstGeom prst="rect">
            <a:avLst/>
          </a:prstGeom>
          <a:solidFill>
            <a:srgbClr val="FFFFFF">
              <a:alpha val="0"/>
            </a:srgbClr>
          </a:solidFill>
          <a:ln>
            <a:solidFill>
              <a:srgbClr val="FFFFFF">
                <a:alpha val="0"/>
              </a:srgbClr>
            </a:solidFill>
          </a:ln>
        </p:spPr>
        <p:txBody>
          <a:bodyPr wrap="square" lIns="0" tIns="0" rIns="0" bIns="0" rtlCol="0" anchor="ctr">
            <a:normAutofit/>
          </a:bodyPr>
          <a:lstStyle/>
          <a:p>
            <a:pPr algn="l" indent="0" marL="0">
              <a:buNone/>
            </a:pPr>
            <a:r>
              <a:rPr lang="fr-FR" altLang="en-US" sz="1100" b="1" spc="130" kern="0" dirty="0">
                <a:solidFill>
                  <a:srgbClr val="5B6770"/>
                </a:solidFill>
                <a:latin typeface="Arial" pitchFamily="34" charset="0"/>
                <a:ea typeface="Arial" pitchFamily="34" charset="-122"/>
                <a:cs typeface="Arial" pitchFamily="34" charset="-120"/>
              </a:rPr>
              <a:t>CONCEPTION GÉNÉRALE</a:t>
            </a:r>
            <a:endParaRPr lang="fr-FR" sz="1100" dirty="0"/>
          </a:p>
        </p:txBody>
      </p:sp>
      <p:sp>
        <p:nvSpPr>
          <p:cNvPr id="4" name="Text 2"/>
          <p:cNvSpPr/>
          <p:nvPr/>
        </p:nvSpPr>
        <p:spPr>
          <a:xfrm>
            <a:off x="548640" y="822960"/>
            <a:ext cx="11064240" cy="557784"/>
          </a:xfrm>
          <a:prstGeom prst="rect">
            <a:avLst/>
          </a:prstGeom>
          <a:solidFill>
            <a:srgbClr val="FFFFFF">
              <a:alpha val="0"/>
            </a:srgbClr>
          </a:solidFill>
          <a:ln>
            <a:solidFill>
              <a:srgbClr val="FFFFFF">
                <a:alpha val="0"/>
              </a:srgbClr>
            </a:solidFill>
          </a:ln>
        </p:spPr>
        <p:txBody>
          <a:bodyPr wrap="square" lIns="0" tIns="0" rIns="0" bIns="0" rtlCol="0" anchor="ctr">
            <a:normAutofit/>
          </a:bodyPr>
          <a:lstStyle/>
          <a:p>
            <a:pPr algn="l" indent="0" marL="0">
              <a:buNone/>
            </a:pPr>
            <a:r>
              <a:rPr lang="fr-FR" altLang="en-US" sz="3000" b="1" dirty="0">
                <a:solidFill>
                  <a:srgbClr val="203847"/>
                </a:solidFill>
                <a:latin typeface="Arial" pitchFamily="34" charset="0"/>
                <a:ea typeface="Arial" pitchFamily="34" charset="-122"/>
                <a:cs typeface="Arial" pitchFamily="34" charset="-120"/>
              </a:rPr>
              <a:t>Une entrée web, des données en zone privée</a:t>
            </a:r>
            <a:endParaRPr lang="fr-FR" sz="3000" dirty="0"/>
          </a:p>
        </p:txBody>
      </p:sp>
      <p:sp>
        <p:nvSpPr>
          <p:cNvPr id="5" name="Shape 3"/>
          <p:cNvSpPr/>
          <p:nvPr/>
        </p:nvSpPr>
        <p:spPr>
          <a:xfrm>
            <a:off x="548640" y="6437376"/>
            <a:ext cx="11082528" cy="0"/>
          </a:xfrm>
          <a:prstGeom prst="line">
            <a:avLst/>
          </a:prstGeom>
          <a:solidFill>
            <a:srgbClr val="FFFFFF">
              <a:alpha val="0"/>
            </a:srgbClr>
          </a:solidFill>
          <a:ln w="19050">
            <a:solidFill>
              <a:srgbClr val="DCE2E6"/>
            </a:solidFill>
            <a:prstDash val="solid"/>
          </a:ln>
        </p:spPr>
      </p:sp>
      <p:sp>
        <p:nvSpPr>
          <p:cNvPr id="6" name="Text 4"/>
          <p:cNvSpPr/>
          <p:nvPr/>
        </p:nvSpPr>
        <p:spPr>
          <a:xfrm>
            <a:off x="548640" y="6510528"/>
            <a:ext cx="10424160" cy="182880"/>
          </a:xfrm>
          <a:prstGeom prst="rect">
            <a:avLst/>
          </a:prstGeom>
          <a:solidFill>
            <a:srgbClr val="FFFFFF">
              <a:alpha val="0"/>
            </a:srgbClr>
          </a:solidFill>
          <a:ln>
            <a:solidFill>
              <a:srgbClr val="FFFFFF">
                <a:alpha val="0"/>
              </a:srgbClr>
            </a:solidFill>
          </a:ln>
        </p:spPr>
        <p:txBody>
          <a:bodyPr wrap="square" lIns="0" tIns="0" rIns="0" bIns="0" rtlCol="0" anchor="ctr">
            <a:normAutofit/>
          </a:bodyPr>
          <a:lstStyle/>
          <a:p>
            <a:pPr algn="l" indent="0" marL="0">
              <a:buNone/>
            </a:pPr>
            <a:r>
              <a:rPr lang="fr-FR" altLang="en-US" sz="900" dirty="0">
                <a:solidFill>
                  <a:srgbClr val="5B6770"/>
                </a:solidFill>
                <a:latin typeface="Arial" pitchFamily="34" charset="0"/>
                <a:ea typeface="Arial" pitchFamily="34" charset="-122"/>
                <a:cs typeface="Arial" pitchFamily="34" charset="-120"/>
              </a:rPr>
              <a:t>Verisure | RGPD-01 | Mise en œuvre</a:t>
            </a:r>
            <a:endParaRPr lang="fr-FR" sz="900" dirty="0"/>
          </a:p>
        </p:txBody>
      </p:sp>
      <p:sp>
        <p:nvSpPr>
          <p:cNvPr id="7" name="Text 5"/>
          <p:cNvSpPr/>
          <p:nvPr/>
        </p:nvSpPr>
        <p:spPr>
          <a:xfrm>
            <a:off x="11137392" y="6492240"/>
            <a:ext cx="502920" cy="201168"/>
          </a:xfrm>
          <a:prstGeom prst="rect">
            <a:avLst/>
          </a:prstGeom>
          <a:solidFill>
            <a:srgbClr val="FFFFFF">
              <a:alpha val="0"/>
            </a:srgbClr>
          </a:solidFill>
          <a:ln>
            <a:solidFill>
              <a:srgbClr val="FFFFFF">
                <a:alpha val="0"/>
              </a:srgbClr>
            </a:solidFill>
          </a:ln>
        </p:spPr>
        <p:txBody>
          <a:bodyPr wrap="square" lIns="0" tIns="0" rIns="0" bIns="0" rtlCol="0" anchor="ctr">
            <a:normAutofit/>
          </a:bodyPr>
          <a:lstStyle/>
          <a:p>
            <a:pPr algn="r" indent="0" marL="0">
              <a:buNone/>
            </a:pPr>
            <a:r>
              <a:rPr lang="fr-FR" altLang="en-US" sz="1000" dirty="0">
                <a:solidFill>
                  <a:srgbClr val="5B6770"/>
                </a:solidFill>
                <a:latin typeface="Arial" pitchFamily="34" charset="0"/>
                <a:ea typeface="Arial" pitchFamily="34" charset="-122"/>
                <a:cs typeface="Arial" pitchFamily="34" charset="-120"/>
              </a:rPr>
              <a:t>4</a:t>
            </a:r>
            <a:endParaRPr lang="fr-FR" sz="1000" dirty="0"/>
          </a:p>
        </p:txBody>
      </p:sp>
      <p:sp>
        <p:nvSpPr>
          <p:cNvPr id="8" name="Shape 6"/>
          <p:cNvSpPr/>
          <p:nvPr/>
        </p:nvSpPr>
        <p:spPr>
          <a:xfrm>
            <a:off x="5559552" y="1609344"/>
            <a:ext cx="6071616" cy="2039112"/>
          </a:xfrm>
          <a:prstGeom prst="rect">
            <a:avLst/>
          </a:prstGeom>
          <a:solidFill>
            <a:srgbClr val="F0F3F5"/>
          </a:solidFill>
          <a:ln w="8890">
            <a:solidFill>
              <a:srgbClr val="F0F3F5"/>
            </a:solidFill>
            <a:prstDash val="solid"/>
          </a:ln>
        </p:spPr>
      </p:sp>
      <p:sp>
        <p:nvSpPr>
          <p:cNvPr id="9" name="Text 7"/>
          <p:cNvSpPr/>
          <p:nvPr/>
        </p:nvSpPr>
        <p:spPr>
          <a:xfrm>
            <a:off x="5788152" y="1709928"/>
            <a:ext cx="5394960" cy="219456"/>
          </a:xfrm>
          <a:prstGeom prst="rect">
            <a:avLst/>
          </a:prstGeom>
          <a:solidFill>
            <a:srgbClr val="FFFFFF">
              <a:alpha val="0"/>
            </a:srgbClr>
          </a:solidFill>
          <a:ln>
            <a:solidFill>
              <a:srgbClr val="FFFFFF">
                <a:alpha val="0"/>
              </a:srgbClr>
            </a:solidFill>
          </a:ln>
        </p:spPr>
        <p:txBody>
          <a:bodyPr wrap="square" lIns="0" tIns="0" rIns="0" bIns="0" rtlCol="0" anchor="ctr">
            <a:normAutofit/>
          </a:bodyPr>
          <a:lstStyle/>
          <a:p>
            <a:pPr algn="l" indent="0" marL="0">
              <a:buNone/>
            </a:pPr>
            <a:r>
              <a:rPr lang="fr-FR" altLang="en-US" sz="1100" b="1" spc="100" kern="0" dirty="0">
                <a:solidFill>
                  <a:srgbClr val="5B6770"/>
                </a:solidFill>
                <a:latin typeface="Arial" pitchFamily="34" charset="0"/>
                <a:ea typeface="Arial" pitchFamily="34" charset="-122"/>
                <a:cs typeface="Arial" pitchFamily="34" charset="-120"/>
              </a:rPr>
              <a:t>NOTRE RÉSEAU PRIVÉ</a:t>
            </a:r>
            <a:endParaRPr lang="fr-FR" sz="1100" dirty="0"/>
          </a:p>
        </p:txBody>
      </p:sp>
      <p:sp>
        <p:nvSpPr>
          <p:cNvPr id="10" name="Shape 8"/>
          <p:cNvSpPr/>
          <p:nvPr/>
        </p:nvSpPr>
        <p:spPr>
          <a:xfrm>
            <a:off x="548640" y="2157984"/>
            <a:ext cx="1737360" cy="1033272"/>
          </a:xfrm>
          <a:prstGeom prst="rect">
            <a:avLst/>
          </a:prstGeom>
          <a:solidFill>
            <a:srgbClr val="F0F3F5"/>
          </a:solidFill>
          <a:ln w="8890">
            <a:solidFill>
              <a:srgbClr val="F0F3F5"/>
            </a:solidFill>
            <a:prstDash val="solid"/>
          </a:ln>
        </p:spPr>
      </p:sp>
      <p:sp>
        <p:nvSpPr>
          <p:cNvPr id="11" name="Text 9"/>
          <p:cNvSpPr/>
          <p:nvPr/>
        </p:nvSpPr>
        <p:spPr>
          <a:xfrm>
            <a:off x="640080" y="2340864"/>
            <a:ext cx="1554480" cy="292608"/>
          </a:xfrm>
          <a:prstGeom prst="rect">
            <a:avLst/>
          </a:prstGeom>
          <a:solidFill>
            <a:srgbClr val="FFFFFF">
              <a:alpha val="0"/>
            </a:srgbClr>
          </a:solidFill>
          <a:ln>
            <a:solidFill>
              <a:srgbClr val="FFFFFF">
                <a:alpha val="0"/>
              </a:srgbClr>
            </a:solidFill>
          </a:ln>
        </p:spPr>
        <p:txBody>
          <a:bodyPr wrap="square" lIns="0" tIns="0" rIns="0" bIns="0" rtlCol="0" anchor="ctr">
            <a:normAutofit/>
          </a:bodyPr>
          <a:lstStyle/>
          <a:p>
            <a:pPr algn="ctr" indent="0" marL="0">
              <a:buNone/>
            </a:pPr>
            <a:r>
              <a:rPr lang="fr-FR" altLang="en-US" sz="2000" b="1" dirty="0">
                <a:solidFill>
                  <a:srgbClr val="203847"/>
                </a:solidFill>
                <a:latin typeface="Arial" pitchFamily="34" charset="0"/>
                <a:ea typeface="Arial" pitchFamily="34" charset="-122"/>
                <a:cs typeface="Arial" pitchFamily="34" charset="-120"/>
              </a:rPr>
              <a:t>Client</a:t>
            </a:r>
            <a:endParaRPr lang="fr-FR" sz="2000" dirty="0"/>
          </a:p>
        </p:txBody>
      </p:sp>
      <p:sp>
        <p:nvSpPr>
          <p:cNvPr id="12" name="Text 10"/>
          <p:cNvSpPr/>
          <p:nvPr/>
        </p:nvSpPr>
        <p:spPr>
          <a:xfrm>
            <a:off x="640080" y="2743200"/>
            <a:ext cx="1554480" cy="256032"/>
          </a:xfrm>
          <a:prstGeom prst="rect">
            <a:avLst/>
          </a:prstGeom>
          <a:solidFill>
            <a:srgbClr val="FFFFFF">
              <a:alpha val="0"/>
            </a:srgbClr>
          </a:solidFill>
          <a:ln>
            <a:solidFill>
              <a:srgbClr val="FFFFFF">
                <a:alpha val="0"/>
              </a:srgbClr>
            </a:solidFill>
          </a:ln>
        </p:spPr>
        <p:txBody>
          <a:bodyPr wrap="square" lIns="0" tIns="0" rIns="0" bIns="0" rtlCol="0" anchor="ctr">
            <a:normAutofit/>
          </a:bodyPr>
          <a:lstStyle/>
          <a:p>
            <a:pPr algn="ctr" indent="0" marL="0">
              <a:buNone/>
            </a:pPr>
            <a:r>
              <a:rPr lang="fr-FR" altLang="en-US" sz="1400" dirty="0">
                <a:solidFill>
                  <a:srgbClr val="203847"/>
                </a:solidFill>
                <a:latin typeface="Arial" pitchFamily="34" charset="0"/>
                <a:ea typeface="Arial" pitchFamily="34" charset="-122"/>
                <a:cs typeface="Arial" pitchFamily="34" charset="-120"/>
              </a:rPr>
              <a:t>Navigateur</a:t>
            </a:r>
            <a:endParaRPr lang="fr-FR" sz="1400" dirty="0"/>
          </a:p>
        </p:txBody>
      </p:sp>
      <p:sp>
        <p:nvSpPr>
          <p:cNvPr id="13" name="Shape 11"/>
          <p:cNvSpPr/>
          <p:nvPr/>
        </p:nvSpPr>
        <p:spPr>
          <a:xfrm>
            <a:off x="2788920" y="2157984"/>
            <a:ext cx="2029968" cy="1033272"/>
          </a:xfrm>
          <a:prstGeom prst="rect">
            <a:avLst/>
          </a:prstGeom>
          <a:solidFill>
            <a:srgbClr val="203847"/>
          </a:solidFill>
          <a:ln w="8890">
            <a:solidFill>
              <a:srgbClr val="203847"/>
            </a:solidFill>
            <a:prstDash val="solid"/>
          </a:ln>
        </p:spPr>
      </p:sp>
      <p:sp>
        <p:nvSpPr>
          <p:cNvPr id="14" name="Text 12"/>
          <p:cNvSpPr/>
          <p:nvPr/>
        </p:nvSpPr>
        <p:spPr>
          <a:xfrm>
            <a:off x="2880360" y="2340864"/>
            <a:ext cx="1847088" cy="292608"/>
          </a:xfrm>
          <a:prstGeom prst="rect">
            <a:avLst/>
          </a:prstGeom>
          <a:solidFill>
            <a:srgbClr val="FFFFFF">
              <a:alpha val="0"/>
            </a:srgbClr>
          </a:solidFill>
          <a:ln>
            <a:solidFill>
              <a:srgbClr val="FFFFFF">
                <a:alpha val="0"/>
              </a:srgbClr>
            </a:solidFill>
          </a:ln>
        </p:spPr>
        <p:txBody>
          <a:bodyPr wrap="square" lIns="0" tIns="0" rIns="0" bIns="0" rtlCol="0" anchor="ctr">
            <a:normAutofit/>
          </a:bodyPr>
          <a:lstStyle/>
          <a:p>
            <a:pPr algn="ctr" indent="0" marL="0">
              <a:buNone/>
            </a:pPr>
            <a:r>
              <a:rPr lang="fr-FR" altLang="en-US" sz="2000" b="1" dirty="0">
                <a:solidFill>
                  <a:srgbClr val="FFFFFF"/>
                </a:solidFill>
                <a:latin typeface="Arial" pitchFamily="34" charset="0"/>
                <a:ea typeface="Arial" pitchFamily="34" charset="-122"/>
                <a:cs typeface="Arial" pitchFamily="34" charset="-120"/>
              </a:rPr>
              <a:t>Passerelle</a:t>
            </a:r>
            <a:endParaRPr lang="fr-FR" sz="2000" dirty="0"/>
          </a:p>
        </p:txBody>
      </p:sp>
      <p:sp>
        <p:nvSpPr>
          <p:cNvPr id="15" name="Text 13"/>
          <p:cNvSpPr/>
          <p:nvPr/>
        </p:nvSpPr>
        <p:spPr>
          <a:xfrm>
            <a:off x="2880360" y="2743200"/>
            <a:ext cx="1847088" cy="256032"/>
          </a:xfrm>
          <a:prstGeom prst="rect">
            <a:avLst/>
          </a:prstGeom>
          <a:solidFill>
            <a:srgbClr val="FFFFFF">
              <a:alpha val="0"/>
            </a:srgbClr>
          </a:solidFill>
          <a:ln>
            <a:solidFill>
              <a:srgbClr val="FFFFFF">
                <a:alpha val="0"/>
              </a:srgbClr>
            </a:solidFill>
          </a:ln>
        </p:spPr>
        <p:txBody>
          <a:bodyPr wrap="square" lIns="0" tIns="0" rIns="0" bIns="0" rtlCol="0" anchor="ctr">
            <a:normAutofit/>
          </a:bodyPr>
          <a:lstStyle/>
          <a:p>
            <a:pPr algn="ctr" indent="0" marL="0">
              <a:buNone/>
            </a:pPr>
            <a:r>
              <a:rPr lang="fr-FR" altLang="en-US" sz="1400" dirty="0">
                <a:solidFill>
                  <a:srgbClr val="FFFFFF"/>
                </a:solidFill>
                <a:latin typeface="Arial" pitchFamily="34" charset="0"/>
                <a:ea typeface="Arial" pitchFamily="34" charset="-122"/>
                <a:cs typeface="Arial" pitchFamily="34" charset="-120"/>
              </a:rPr>
              <a:t>HTTPS / port 443</a:t>
            </a:r>
            <a:endParaRPr lang="fr-FR" sz="1400" dirty="0"/>
          </a:p>
        </p:txBody>
      </p:sp>
      <p:sp>
        <p:nvSpPr>
          <p:cNvPr id="16" name="Shape 14"/>
          <p:cNvSpPr/>
          <p:nvPr/>
        </p:nvSpPr>
        <p:spPr>
          <a:xfrm>
            <a:off x="5806440" y="2157984"/>
            <a:ext cx="2276856" cy="1033272"/>
          </a:xfrm>
          <a:prstGeom prst="rect">
            <a:avLst/>
          </a:prstGeom>
          <a:solidFill>
            <a:srgbClr val="203847"/>
          </a:solidFill>
          <a:ln w="8890">
            <a:solidFill>
              <a:srgbClr val="203847"/>
            </a:solidFill>
            <a:prstDash val="solid"/>
          </a:ln>
        </p:spPr>
      </p:sp>
      <p:sp>
        <p:nvSpPr>
          <p:cNvPr id="17" name="Text 15"/>
          <p:cNvSpPr/>
          <p:nvPr/>
        </p:nvSpPr>
        <p:spPr>
          <a:xfrm>
            <a:off x="5897880" y="2340864"/>
            <a:ext cx="2093976" cy="292608"/>
          </a:xfrm>
          <a:prstGeom prst="rect">
            <a:avLst/>
          </a:prstGeom>
          <a:solidFill>
            <a:srgbClr val="FFFFFF">
              <a:alpha val="0"/>
            </a:srgbClr>
          </a:solidFill>
          <a:ln>
            <a:solidFill>
              <a:srgbClr val="FFFFFF">
                <a:alpha val="0"/>
              </a:srgbClr>
            </a:solidFill>
          </a:ln>
        </p:spPr>
        <p:txBody>
          <a:bodyPr wrap="square" lIns="0" tIns="0" rIns="0" bIns="0" rtlCol="0" anchor="ctr">
            <a:normAutofit/>
          </a:bodyPr>
          <a:lstStyle/>
          <a:p>
            <a:pPr algn="ctr" indent="0" marL="0">
              <a:buNone/>
            </a:pPr>
            <a:r>
              <a:rPr lang="fr-FR" altLang="en-US" sz="2000" b="1" dirty="0">
                <a:solidFill>
                  <a:srgbClr val="FFFFFF"/>
                </a:solidFill>
                <a:latin typeface="Arial" pitchFamily="34" charset="0"/>
                <a:ea typeface="Arial" pitchFamily="34" charset="-122"/>
                <a:cs typeface="Arial" pitchFamily="34" charset="-120"/>
              </a:rPr>
              <a:t>Application</a:t>
            </a:r>
            <a:endParaRPr lang="fr-FR" sz="2000" dirty="0"/>
          </a:p>
        </p:txBody>
      </p:sp>
      <p:sp>
        <p:nvSpPr>
          <p:cNvPr id="18" name="Text 16"/>
          <p:cNvSpPr/>
          <p:nvPr/>
        </p:nvSpPr>
        <p:spPr>
          <a:xfrm>
            <a:off x="5897880" y="2743200"/>
            <a:ext cx="2093976" cy="256032"/>
          </a:xfrm>
          <a:prstGeom prst="rect">
            <a:avLst/>
          </a:prstGeom>
          <a:solidFill>
            <a:srgbClr val="FFFFFF">
              <a:alpha val="0"/>
            </a:srgbClr>
          </a:solidFill>
          <a:ln>
            <a:solidFill>
              <a:srgbClr val="FFFFFF">
                <a:alpha val="0"/>
              </a:srgbClr>
            </a:solidFill>
          </a:ln>
        </p:spPr>
        <p:txBody>
          <a:bodyPr wrap="square" lIns="0" tIns="0" rIns="0" bIns="0" rtlCol="0" anchor="ctr">
            <a:normAutofit/>
          </a:bodyPr>
          <a:lstStyle/>
          <a:p>
            <a:pPr algn="ctr" indent="0" marL="0">
              <a:buNone/>
            </a:pPr>
            <a:r>
              <a:rPr lang="fr-FR" altLang="en-US" sz="1400" dirty="0">
                <a:solidFill>
                  <a:srgbClr val="FFFFFF"/>
                </a:solidFill>
                <a:latin typeface="Arial" pitchFamily="34" charset="0"/>
                <a:ea typeface="Arial" pitchFamily="34" charset="-122"/>
                <a:cs typeface="Arial" pitchFamily="34" charset="-120"/>
              </a:rPr>
              <a:t>Contrôle des droits</a:t>
            </a:r>
            <a:endParaRPr lang="fr-FR" sz="1400" dirty="0"/>
          </a:p>
        </p:txBody>
      </p:sp>
      <p:sp>
        <p:nvSpPr>
          <p:cNvPr id="19" name="Shape 17"/>
          <p:cNvSpPr/>
          <p:nvPr/>
        </p:nvSpPr>
        <p:spPr>
          <a:xfrm>
            <a:off x="9208008" y="2157984"/>
            <a:ext cx="2185416" cy="1033272"/>
          </a:xfrm>
          <a:prstGeom prst="rect">
            <a:avLst/>
          </a:prstGeom>
          <a:solidFill>
            <a:srgbClr val="FFFFFF"/>
          </a:solidFill>
          <a:ln w="8890">
            <a:solidFill>
              <a:srgbClr val="FFFFFF"/>
            </a:solidFill>
            <a:prstDash val="solid"/>
          </a:ln>
        </p:spPr>
      </p:sp>
      <p:sp>
        <p:nvSpPr>
          <p:cNvPr id="20" name="Text 18"/>
          <p:cNvSpPr/>
          <p:nvPr/>
        </p:nvSpPr>
        <p:spPr>
          <a:xfrm>
            <a:off x="9299448" y="2340864"/>
            <a:ext cx="2002536" cy="292608"/>
          </a:xfrm>
          <a:prstGeom prst="rect">
            <a:avLst/>
          </a:prstGeom>
          <a:solidFill>
            <a:srgbClr val="FFFFFF">
              <a:alpha val="0"/>
            </a:srgbClr>
          </a:solidFill>
          <a:ln>
            <a:solidFill>
              <a:srgbClr val="FFFFFF">
                <a:alpha val="0"/>
              </a:srgbClr>
            </a:solidFill>
          </a:ln>
        </p:spPr>
        <p:txBody>
          <a:bodyPr wrap="square" lIns="0" tIns="0" rIns="0" bIns="0" rtlCol="0" anchor="ctr">
            <a:normAutofit/>
          </a:bodyPr>
          <a:lstStyle/>
          <a:p>
            <a:pPr algn="ctr" indent="0" marL="0">
              <a:buNone/>
            </a:pPr>
            <a:r>
              <a:rPr lang="fr-FR" altLang="en-US" sz="2000" b="1" dirty="0">
                <a:solidFill>
                  <a:srgbClr val="203847"/>
                </a:solidFill>
                <a:latin typeface="Arial" pitchFamily="34" charset="0"/>
                <a:ea typeface="Arial" pitchFamily="34" charset="-122"/>
                <a:cs typeface="Arial" pitchFamily="34" charset="-120"/>
              </a:rPr>
              <a:t>Base SQL</a:t>
            </a:r>
            <a:endParaRPr lang="fr-FR" sz="2000" dirty="0"/>
          </a:p>
        </p:txBody>
      </p:sp>
      <p:sp>
        <p:nvSpPr>
          <p:cNvPr id="21" name="Text 19"/>
          <p:cNvSpPr/>
          <p:nvPr/>
        </p:nvSpPr>
        <p:spPr>
          <a:xfrm>
            <a:off x="9299448" y="2743200"/>
            <a:ext cx="2002536" cy="256032"/>
          </a:xfrm>
          <a:prstGeom prst="rect">
            <a:avLst/>
          </a:prstGeom>
          <a:solidFill>
            <a:srgbClr val="FFFFFF">
              <a:alpha val="0"/>
            </a:srgbClr>
          </a:solidFill>
          <a:ln>
            <a:solidFill>
              <a:srgbClr val="FFFFFF">
                <a:alpha val="0"/>
              </a:srgbClr>
            </a:solidFill>
          </a:ln>
        </p:spPr>
        <p:txBody>
          <a:bodyPr wrap="square" lIns="0" tIns="0" rIns="0" bIns="0" rtlCol="0" anchor="ctr">
            <a:normAutofit/>
          </a:bodyPr>
          <a:lstStyle/>
          <a:p>
            <a:pPr algn="ctr" indent="0" marL="0">
              <a:buNone/>
            </a:pPr>
            <a:r>
              <a:rPr lang="fr-FR" altLang="en-US" sz="1400" dirty="0">
                <a:solidFill>
                  <a:srgbClr val="203847"/>
                </a:solidFill>
                <a:latin typeface="Arial" pitchFamily="34" charset="0"/>
                <a:ea typeface="Arial" pitchFamily="34" charset="-122"/>
                <a:cs typeface="Arial" pitchFamily="34" charset="-120"/>
              </a:rPr>
              <a:t>Aucun accès public</a:t>
            </a:r>
            <a:endParaRPr lang="fr-FR" sz="1400" dirty="0"/>
          </a:p>
        </p:txBody>
      </p:sp>
      <p:sp>
        <p:nvSpPr>
          <p:cNvPr id="22" name="Shape 20"/>
          <p:cNvSpPr/>
          <p:nvPr/>
        </p:nvSpPr>
        <p:spPr>
          <a:xfrm>
            <a:off x="2322576" y="2679192"/>
            <a:ext cx="420624" cy="0"/>
          </a:xfrm>
          <a:prstGeom prst="line">
            <a:avLst/>
          </a:prstGeom>
          <a:solidFill>
            <a:srgbClr val="FFFFFF">
              <a:alpha val="0"/>
            </a:srgbClr>
          </a:solidFill>
          <a:ln w="25400">
            <a:solidFill>
              <a:srgbClr val="C52F3C"/>
            </a:solidFill>
            <a:prstDash val="solid"/>
            <a:tailEnd type="triangle"/>
          </a:ln>
        </p:spPr>
      </p:sp>
      <p:sp>
        <p:nvSpPr>
          <p:cNvPr id="23" name="Shape 21"/>
          <p:cNvSpPr/>
          <p:nvPr/>
        </p:nvSpPr>
        <p:spPr>
          <a:xfrm>
            <a:off x="4846320" y="2679192"/>
            <a:ext cx="905256" cy="0"/>
          </a:xfrm>
          <a:prstGeom prst="line">
            <a:avLst/>
          </a:prstGeom>
          <a:solidFill>
            <a:srgbClr val="FFFFFF">
              <a:alpha val="0"/>
            </a:srgbClr>
          </a:solidFill>
          <a:ln w="25400">
            <a:solidFill>
              <a:srgbClr val="C52F3C"/>
            </a:solidFill>
            <a:prstDash val="solid"/>
            <a:tailEnd type="triangle"/>
          </a:ln>
        </p:spPr>
      </p:sp>
      <p:sp>
        <p:nvSpPr>
          <p:cNvPr id="24" name="Shape 22"/>
          <p:cNvSpPr/>
          <p:nvPr/>
        </p:nvSpPr>
        <p:spPr>
          <a:xfrm>
            <a:off x="8138160" y="2679192"/>
            <a:ext cx="1014984" cy="0"/>
          </a:xfrm>
          <a:prstGeom prst="line">
            <a:avLst/>
          </a:prstGeom>
          <a:solidFill>
            <a:srgbClr val="FFFFFF">
              <a:alpha val="0"/>
            </a:srgbClr>
          </a:solidFill>
          <a:ln w="25400">
            <a:solidFill>
              <a:srgbClr val="C52F3C"/>
            </a:solidFill>
            <a:prstDash val="solid"/>
            <a:tailEnd type="triangle"/>
          </a:ln>
        </p:spPr>
      </p:sp>
      <p:sp>
        <p:nvSpPr>
          <p:cNvPr id="25" name="Text 23"/>
          <p:cNvSpPr/>
          <p:nvPr/>
        </p:nvSpPr>
        <p:spPr>
          <a:xfrm>
            <a:off x="2176272" y="1737360"/>
            <a:ext cx="850392" cy="256032"/>
          </a:xfrm>
          <a:prstGeom prst="rect">
            <a:avLst/>
          </a:prstGeom>
          <a:solidFill>
            <a:srgbClr val="FFFFFF">
              <a:alpha val="0"/>
            </a:srgbClr>
          </a:solidFill>
          <a:ln>
            <a:solidFill>
              <a:srgbClr val="FFFFFF">
                <a:alpha val="0"/>
              </a:srgbClr>
            </a:solidFill>
          </a:ln>
        </p:spPr>
        <p:txBody>
          <a:bodyPr wrap="square" lIns="0" tIns="0" rIns="0" bIns="0" rtlCol="0" anchor="ctr">
            <a:normAutofit/>
          </a:bodyPr>
          <a:lstStyle/>
          <a:p>
            <a:pPr algn="ctr" indent="0" marL="0">
              <a:buNone/>
            </a:pPr>
            <a:r>
              <a:rPr lang="fr-FR" altLang="en-US" sz="1200" dirty="0">
                <a:solidFill>
                  <a:srgbClr val="5B6770"/>
                </a:solidFill>
                <a:latin typeface="Arial" pitchFamily="34" charset="0"/>
                <a:ea typeface="Arial" pitchFamily="34" charset="-122"/>
                <a:cs typeface="Arial" pitchFamily="34" charset="-120"/>
              </a:rPr>
              <a:t>Internet</a:t>
            </a:r>
            <a:endParaRPr lang="fr-FR" sz="1200" dirty="0"/>
          </a:p>
        </p:txBody>
      </p:sp>
      <p:sp>
        <p:nvSpPr>
          <p:cNvPr id="26" name="Text 24"/>
          <p:cNvSpPr/>
          <p:nvPr/>
        </p:nvSpPr>
        <p:spPr>
          <a:xfrm>
            <a:off x="4892040" y="1947672"/>
            <a:ext cx="621792" cy="475488"/>
          </a:xfrm>
          <a:prstGeom prst="rect">
            <a:avLst/>
          </a:prstGeom>
          <a:solidFill>
            <a:srgbClr val="FFFFFF">
              <a:alpha val="0"/>
            </a:srgbClr>
          </a:solidFill>
          <a:ln>
            <a:solidFill>
              <a:srgbClr val="FFFFFF">
                <a:alpha val="0"/>
              </a:srgbClr>
            </a:solidFill>
          </a:ln>
        </p:spPr>
        <p:txBody>
          <a:bodyPr wrap="square" lIns="0" tIns="0" rIns="0" bIns="0" rtlCol="0" anchor="ctr">
            <a:normAutofit/>
          </a:bodyPr>
          <a:lstStyle/>
          <a:p>
            <a:pPr algn="ctr" indent="0" marL="0">
              <a:buNone/>
            </a:pPr>
            <a:r>
              <a:rPr lang="fr-FR" altLang="en-US" sz="1200" dirty="0">
                <a:solidFill>
                  <a:srgbClr val="5B6770"/>
                </a:solidFill>
                <a:latin typeface="Arial" pitchFamily="34" charset="0"/>
                <a:ea typeface="Arial" pitchFamily="34" charset="-122"/>
                <a:cs typeface="Arial" pitchFamily="34" charset="-120"/>
              </a:rPr>
              <a:t>Liaison</a:t>
            </a:r>
            <a:endParaRPr lang="fr-FR" sz="1200" dirty="0"/>
          </a:p>
          <a:p>
            <a:pPr algn="ctr" indent="0" marL="0">
              <a:buNone/>
            </a:pPr>
            <a:r>
              <a:rPr lang="fr-FR" altLang="en-US" sz="1200" dirty="0">
                <a:solidFill>
                  <a:srgbClr val="5B6770"/>
                </a:solidFill>
                <a:latin typeface="Arial" pitchFamily="34" charset="0"/>
                <a:ea typeface="Arial" pitchFamily="34" charset="-122"/>
                <a:cs typeface="Arial" pitchFamily="34" charset="-120"/>
              </a:rPr>
              <a:t>interne</a:t>
            </a:r>
            <a:endParaRPr lang="fr-FR" sz="1200" dirty="0"/>
          </a:p>
        </p:txBody>
      </p:sp>
      <p:sp>
        <p:nvSpPr>
          <p:cNvPr id="27" name="Text 25"/>
          <p:cNvSpPr/>
          <p:nvPr/>
        </p:nvSpPr>
        <p:spPr>
          <a:xfrm>
            <a:off x="8183880" y="1956816"/>
            <a:ext cx="941832" cy="466344"/>
          </a:xfrm>
          <a:prstGeom prst="rect">
            <a:avLst/>
          </a:prstGeom>
          <a:solidFill>
            <a:srgbClr val="FFFFFF">
              <a:alpha val="0"/>
            </a:srgbClr>
          </a:solidFill>
          <a:ln>
            <a:solidFill>
              <a:srgbClr val="FFFFFF">
                <a:alpha val="0"/>
              </a:srgbClr>
            </a:solidFill>
          </a:ln>
        </p:spPr>
        <p:txBody>
          <a:bodyPr wrap="square" lIns="0" tIns="0" rIns="0" bIns="0" rtlCol="0" anchor="ctr">
            <a:normAutofit/>
          </a:bodyPr>
          <a:lstStyle/>
          <a:p>
            <a:pPr algn="ctr" indent="0" marL="0">
              <a:buNone/>
            </a:pPr>
            <a:r>
              <a:rPr lang="fr-FR" altLang="en-US" sz="1200" dirty="0">
                <a:solidFill>
                  <a:srgbClr val="5B6770"/>
                </a:solidFill>
                <a:latin typeface="Arial" pitchFamily="34" charset="0"/>
                <a:ea typeface="Arial" pitchFamily="34" charset="-122"/>
                <a:cs typeface="Arial" pitchFamily="34" charset="-120"/>
              </a:rPr>
              <a:t>Accès</a:t>
            </a:r>
            <a:endParaRPr lang="fr-FR" sz="1200" dirty="0"/>
          </a:p>
          <a:p>
            <a:pPr algn="ctr" indent="0" marL="0">
              <a:buNone/>
            </a:pPr>
            <a:r>
              <a:rPr lang="fr-FR" altLang="en-US" sz="1200" dirty="0">
                <a:solidFill>
                  <a:srgbClr val="5B6770"/>
                </a:solidFill>
                <a:latin typeface="Arial" pitchFamily="34" charset="0"/>
                <a:ea typeface="Arial" pitchFamily="34" charset="-122"/>
                <a:cs typeface="Arial" pitchFamily="34" charset="-120"/>
              </a:rPr>
              <a:t>limité</a:t>
            </a:r>
            <a:endParaRPr lang="fr-FR" sz="1200" dirty="0"/>
          </a:p>
        </p:txBody>
      </p:sp>
      <p:sp>
        <p:nvSpPr>
          <p:cNvPr id="28" name="Shape 26"/>
          <p:cNvSpPr/>
          <p:nvPr/>
        </p:nvSpPr>
        <p:spPr>
          <a:xfrm>
            <a:off x="5797296" y="4297680"/>
            <a:ext cx="2798064" cy="960120"/>
          </a:xfrm>
          <a:prstGeom prst="rect">
            <a:avLst/>
          </a:prstGeom>
          <a:solidFill>
            <a:srgbClr val="F0F3F5"/>
          </a:solidFill>
          <a:ln w="8890">
            <a:solidFill>
              <a:srgbClr val="F0F3F5"/>
            </a:solidFill>
            <a:prstDash val="solid"/>
          </a:ln>
        </p:spPr>
      </p:sp>
      <p:sp>
        <p:nvSpPr>
          <p:cNvPr id="29" name="Text 27"/>
          <p:cNvSpPr/>
          <p:nvPr/>
        </p:nvSpPr>
        <p:spPr>
          <a:xfrm>
            <a:off x="5907024" y="4453128"/>
            <a:ext cx="2578608" cy="301752"/>
          </a:xfrm>
          <a:prstGeom prst="rect">
            <a:avLst/>
          </a:prstGeom>
          <a:solidFill>
            <a:srgbClr val="FFFFFF">
              <a:alpha val="0"/>
            </a:srgbClr>
          </a:solidFill>
          <a:ln>
            <a:solidFill>
              <a:srgbClr val="FFFFFF">
                <a:alpha val="0"/>
              </a:srgbClr>
            </a:solidFill>
          </a:ln>
        </p:spPr>
        <p:txBody>
          <a:bodyPr wrap="square" lIns="0" tIns="0" rIns="0" bIns="0" rtlCol="0" anchor="ctr">
            <a:normAutofit/>
          </a:bodyPr>
          <a:lstStyle/>
          <a:p>
            <a:pPr algn="ctr" indent="0" marL="0">
              <a:buNone/>
            </a:pPr>
            <a:r>
              <a:rPr lang="fr-FR" altLang="en-US" sz="2100" b="1" dirty="0">
                <a:solidFill>
                  <a:srgbClr val="203847"/>
                </a:solidFill>
                <a:latin typeface="Arial" pitchFamily="34" charset="0"/>
                <a:ea typeface="Arial" pitchFamily="34" charset="-122"/>
                <a:cs typeface="Arial" pitchFamily="34" charset="-120"/>
              </a:rPr>
              <a:t>Interface Verisure</a:t>
            </a:r>
            <a:endParaRPr lang="fr-FR" sz="2100" dirty="0"/>
          </a:p>
        </p:txBody>
      </p:sp>
      <p:sp>
        <p:nvSpPr>
          <p:cNvPr id="30" name="Text 28"/>
          <p:cNvSpPr/>
          <p:nvPr/>
        </p:nvSpPr>
        <p:spPr>
          <a:xfrm>
            <a:off x="5907024" y="4846320"/>
            <a:ext cx="2578608" cy="228600"/>
          </a:xfrm>
          <a:prstGeom prst="rect">
            <a:avLst/>
          </a:prstGeom>
          <a:solidFill>
            <a:srgbClr val="FFFFFF">
              <a:alpha val="0"/>
            </a:srgbClr>
          </a:solidFill>
          <a:ln>
            <a:solidFill>
              <a:srgbClr val="FFFFFF">
                <a:alpha val="0"/>
              </a:srgbClr>
            </a:solidFill>
          </a:ln>
        </p:spPr>
        <p:txBody>
          <a:bodyPr wrap="square" lIns="0" tIns="0" rIns="0" bIns="0" rtlCol="0" anchor="ctr">
            <a:normAutofit/>
          </a:bodyPr>
          <a:lstStyle/>
          <a:p>
            <a:pPr algn="ctr" indent="0" marL="0">
              <a:buNone/>
            </a:pPr>
            <a:r>
              <a:rPr lang="fr-FR" altLang="en-US" sz="1400" dirty="0">
                <a:solidFill>
                  <a:srgbClr val="5B6770"/>
                </a:solidFill>
                <a:latin typeface="Arial" pitchFamily="34" charset="0"/>
                <a:ea typeface="Arial" pitchFamily="34" charset="-122"/>
                <a:cs typeface="Arial" pitchFamily="34" charset="-120"/>
              </a:rPr>
              <a:t>Autorisée, à confirmer</a:t>
            </a:r>
            <a:endParaRPr lang="fr-FR" sz="1400" dirty="0"/>
          </a:p>
        </p:txBody>
      </p:sp>
      <p:sp>
        <p:nvSpPr>
          <p:cNvPr id="31" name="Shape 29"/>
          <p:cNvSpPr/>
          <p:nvPr/>
        </p:nvSpPr>
        <p:spPr>
          <a:xfrm>
            <a:off x="6903720" y="3236976"/>
            <a:ext cx="0" cy="1005840"/>
          </a:xfrm>
          <a:prstGeom prst="line">
            <a:avLst/>
          </a:prstGeom>
          <a:solidFill>
            <a:srgbClr val="FFFFFF">
              <a:alpha val="0"/>
            </a:srgbClr>
          </a:solidFill>
          <a:ln w="25400">
            <a:solidFill>
              <a:srgbClr val="C52F3C"/>
            </a:solidFill>
            <a:prstDash val="solid"/>
            <a:tailEnd type="triangle"/>
          </a:ln>
        </p:spPr>
      </p:sp>
      <p:sp>
        <p:nvSpPr>
          <p:cNvPr id="32" name="Text 30"/>
          <p:cNvSpPr/>
          <p:nvPr/>
        </p:nvSpPr>
        <p:spPr>
          <a:xfrm>
            <a:off x="7242048" y="3730752"/>
            <a:ext cx="3950208" cy="466344"/>
          </a:xfrm>
          <a:prstGeom prst="rect">
            <a:avLst/>
          </a:prstGeom>
          <a:solidFill>
            <a:srgbClr val="FFFFFF">
              <a:alpha val="0"/>
            </a:srgbClr>
          </a:solidFill>
          <a:ln>
            <a:solidFill>
              <a:srgbClr val="FFFFFF">
                <a:alpha val="0"/>
              </a:srgbClr>
            </a:solidFill>
          </a:ln>
        </p:spPr>
        <p:txBody>
          <a:bodyPr wrap="square" lIns="0" tIns="0" rIns="0" bIns="0" rtlCol="0" anchor="ctr">
            <a:normAutofit/>
          </a:bodyPr>
          <a:lstStyle/>
          <a:p>
            <a:pPr algn="l" indent="0" marL="0">
              <a:buNone/>
            </a:pPr>
            <a:r>
              <a:rPr lang="fr-FR" altLang="en-US" sz="1700" dirty="0">
                <a:solidFill>
                  <a:srgbClr val="203847"/>
                </a:solidFill>
                <a:latin typeface="Arial" pitchFamily="34" charset="0"/>
                <a:ea typeface="Arial" pitchFamily="34" charset="-122"/>
                <a:cs typeface="Arial" pitchFamily="34" charset="-120"/>
              </a:rPr>
              <a:t>Appel HTTPS sortant</a:t>
            </a:r>
            <a:endParaRPr lang="fr-FR" sz="1700" dirty="0"/>
          </a:p>
          <a:p>
            <a:pPr algn="l" indent="0" marL="0">
              <a:buNone/>
            </a:pPr>
            <a:r>
              <a:rPr lang="fr-FR" altLang="en-US" sz="1700" dirty="0">
                <a:solidFill>
                  <a:srgbClr val="203847"/>
                </a:solidFill>
                <a:latin typeface="Arial" pitchFamily="34" charset="0"/>
                <a:ea typeface="Arial" pitchFamily="34" charset="-122"/>
                <a:cs typeface="Arial" pitchFamily="34" charset="-120"/>
              </a:rPr>
              <a:t>initié par notre serveur</a:t>
            </a:r>
            <a:endParaRPr lang="fr-FR" sz="1700" dirty="0"/>
          </a:p>
        </p:txBody>
      </p:sp>
      <p:sp>
        <p:nvSpPr>
          <p:cNvPr id="33" name="Text 31"/>
          <p:cNvSpPr/>
          <p:nvPr/>
        </p:nvSpPr>
        <p:spPr>
          <a:xfrm>
            <a:off x="566928" y="4005072"/>
            <a:ext cx="4681728" cy="576072"/>
          </a:xfrm>
          <a:prstGeom prst="rect">
            <a:avLst/>
          </a:prstGeom>
          <a:solidFill>
            <a:srgbClr val="FFFFFF">
              <a:alpha val="0"/>
            </a:srgbClr>
          </a:solidFill>
          <a:ln>
            <a:solidFill>
              <a:srgbClr val="FFFFFF">
                <a:alpha val="0"/>
              </a:srgbClr>
            </a:solidFill>
          </a:ln>
        </p:spPr>
        <p:txBody>
          <a:bodyPr wrap="square" lIns="0" tIns="0" rIns="0" bIns="0" rtlCol="0" anchor="ctr">
            <a:normAutofit/>
          </a:bodyPr>
          <a:lstStyle/>
          <a:p>
            <a:pPr algn="l" indent="0" marL="0">
              <a:buNone/>
            </a:pPr>
            <a:r>
              <a:rPr lang="fr-FR" altLang="en-US" sz="1600" dirty="0">
                <a:solidFill>
                  <a:srgbClr val="5B6770"/>
                </a:solidFill>
                <a:latin typeface="Arial" pitchFamily="34" charset="0"/>
                <a:ea typeface="Arial" pitchFamily="34" charset="-122"/>
                <a:cs typeface="Arial" pitchFamily="34" charset="-120"/>
              </a:rPr>
              <a:t>Les flèches représentent les requêtes.</a:t>
            </a:r>
            <a:endParaRPr lang="fr-FR" sz="1600" dirty="0"/>
          </a:p>
          <a:p>
            <a:pPr algn="l" indent="0" marL="0">
              <a:buNone/>
            </a:pPr>
            <a:r>
              <a:rPr lang="fr-FR" altLang="en-US" sz="1600" dirty="0">
                <a:solidFill>
                  <a:srgbClr val="5B6770"/>
                </a:solidFill>
                <a:latin typeface="Arial" pitchFamily="34" charset="0"/>
                <a:ea typeface="Arial" pitchFamily="34" charset="-122"/>
                <a:cs typeface="Arial" pitchFamily="34" charset="-120"/>
              </a:rPr>
              <a:t>Les réponses reviennent sur la même connexion.</a:t>
            </a:r>
            <a:endParaRPr lang="fr-FR" sz="1600" dirty="0"/>
          </a:p>
        </p:txBody>
      </p:sp>
      <p:sp>
        <p:nvSpPr>
          <p:cNvPr id="34" name="Text 32"/>
          <p:cNvSpPr/>
          <p:nvPr/>
        </p:nvSpPr>
        <p:spPr>
          <a:xfrm>
            <a:off x="566928" y="4727448"/>
            <a:ext cx="4709160" cy="530352"/>
          </a:xfrm>
          <a:prstGeom prst="rect">
            <a:avLst/>
          </a:prstGeom>
          <a:solidFill>
            <a:srgbClr val="FFFFFF">
              <a:alpha val="0"/>
            </a:srgbClr>
          </a:solidFill>
          <a:ln>
            <a:solidFill>
              <a:srgbClr val="FFFFFF">
                <a:alpha val="0"/>
              </a:srgbClr>
            </a:solidFill>
          </a:ln>
        </p:spPr>
        <p:txBody>
          <a:bodyPr wrap="square" lIns="0" tIns="0" rIns="0" bIns="0" rtlCol="0" anchor="ctr">
            <a:normAutofit/>
          </a:bodyPr>
          <a:lstStyle/>
          <a:p>
            <a:pPr algn="l" indent="0" marL="0">
              <a:buNone/>
            </a:pPr>
            <a:r>
              <a:rPr lang="fr-FR" altLang="en-US" sz="1600" dirty="0">
                <a:solidFill>
                  <a:srgbClr val="5B6770"/>
                </a:solidFill>
                <a:latin typeface="Arial" pitchFamily="34" charset="0"/>
                <a:ea typeface="Arial" pitchFamily="34" charset="-122"/>
                <a:cs typeface="Arial" pitchFamily="34" charset="-120"/>
              </a:rPr>
              <a:t>Administration : VPN et authentification renforcée.</a:t>
            </a:r>
            <a:endParaRPr lang="fr-FR" sz="1600" dirty="0"/>
          </a:p>
          <a:p>
            <a:pPr algn="l" indent="0" marL="0">
              <a:buNone/>
            </a:pPr>
            <a:r>
              <a:rPr lang="fr-FR" altLang="en-US" sz="1600" dirty="0">
                <a:solidFill>
                  <a:srgbClr val="5B6770"/>
                </a:solidFill>
                <a:latin typeface="Arial" pitchFamily="34" charset="0"/>
                <a:ea typeface="Arial" pitchFamily="34" charset="-122"/>
                <a:cs typeface="Arial" pitchFamily="34" charset="-120"/>
              </a:rPr>
              <a:t>Pas d'accès public direct à la base ni au serveur.</a:t>
            </a:r>
            <a:endParaRPr lang="fr-FR" sz="1600" dirty="0"/>
          </a:p>
        </p:txBody>
      </p:sp>
      <p:sp>
        <p:nvSpPr>
          <p:cNvPr id="35" name="Shape 33"/>
          <p:cNvSpPr/>
          <p:nvPr/>
        </p:nvSpPr>
        <p:spPr>
          <a:xfrm>
            <a:off x="548640" y="5596128"/>
            <a:ext cx="11082528" cy="676656"/>
          </a:xfrm>
          <a:prstGeom prst="rect">
            <a:avLst/>
          </a:prstGeom>
          <a:solidFill>
            <a:srgbClr val="F0F3F5"/>
          </a:solidFill>
          <a:ln w="8890">
            <a:solidFill>
              <a:srgbClr val="F0F3F5"/>
            </a:solidFill>
            <a:prstDash val="solid"/>
          </a:ln>
        </p:spPr>
      </p:sp>
      <p:sp>
        <p:nvSpPr>
          <p:cNvPr id="36" name="Text 34"/>
          <p:cNvSpPr/>
          <p:nvPr/>
        </p:nvSpPr>
        <p:spPr>
          <a:xfrm>
            <a:off x="740664" y="5669280"/>
            <a:ext cx="2057400" cy="521208"/>
          </a:xfrm>
          <a:prstGeom prst="rect">
            <a:avLst/>
          </a:prstGeom>
          <a:solidFill>
            <a:srgbClr val="FFFFFF">
              <a:alpha val="0"/>
            </a:srgbClr>
          </a:solidFill>
          <a:ln>
            <a:solidFill>
              <a:srgbClr val="FFFFFF">
                <a:alpha val="0"/>
              </a:srgbClr>
            </a:solidFill>
          </a:ln>
        </p:spPr>
        <p:txBody>
          <a:bodyPr wrap="square" lIns="0" tIns="0" rIns="0" bIns="0" rtlCol="0" anchor="ctr">
            <a:normAutofit/>
          </a:bodyPr>
          <a:lstStyle/>
          <a:p>
            <a:pPr algn="l" indent="0" marL="0">
              <a:buNone/>
            </a:pPr>
            <a:r>
              <a:rPr lang="fr-FR" altLang="en-US" sz="1700" b="1" dirty="0">
                <a:solidFill>
                  <a:srgbClr val="C52F3C"/>
                </a:solidFill>
                <a:latin typeface="Arial" pitchFamily="34" charset="0"/>
                <a:ea typeface="Arial" pitchFamily="34" charset="-122"/>
                <a:cs typeface="Arial" pitchFamily="34" charset="-120"/>
              </a:rPr>
              <a:t>Qualification</a:t>
            </a:r>
            <a:endParaRPr lang="fr-FR" sz="1700" dirty="0"/>
          </a:p>
        </p:txBody>
      </p:sp>
      <p:sp>
        <p:nvSpPr>
          <p:cNvPr id="37" name="Text 35"/>
          <p:cNvSpPr/>
          <p:nvPr/>
        </p:nvSpPr>
        <p:spPr>
          <a:xfrm>
            <a:off x="2926080" y="5669280"/>
            <a:ext cx="8458200" cy="521208"/>
          </a:xfrm>
          <a:prstGeom prst="rect">
            <a:avLst/>
          </a:prstGeom>
          <a:solidFill>
            <a:srgbClr val="FFFFFF">
              <a:alpha val="0"/>
            </a:srgbClr>
          </a:solidFill>
          <a:ln>
            <a:solidFill>
              <a:srgbClr val="FFFFFF">
                <a:alpha val="0"/>
              </a:srgbClr>
            </a:solidFill>
          </a:ln>
        </p:spPr>
        <p:txBody>
          <a:bodyPr wrap="square" lIns="0" tIns="0" rIns="0" bIns="0" rtlCol="0" anchor="ctr">
            <a:normAutofit/>
          </a:bodyPr>
          <a:lstStyle/>
          <a:p>
            <a:pPr algn="l" indent="0" marL="0">
              <a:buNone/>
            </a:pPr>
            <a:r>
              <a:rPr lang="fr-FR" altLang="en-US" sz="1700" dirty="0">
                <a:solidFill>
                  <a:srgbClr val="203847"/>
                </a:solidFill>
                <a:latin typeface="Arial" pitchFamily="34" charset="0"/>
                <a:ea typeface="Arial" pitchFamily="34" charset="-122"/>
                <a:cs typeface="Arial" pitchFamily="34" charset="-120"/>
              </a:rPr>
              <a:t>Jeux fictifs ; liaison fournisseur vérifiée sur un accès d’essai autorisé.</a:t>
            </a:r>
            <a:endParaRPr lang="fr-FR" sz="17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347472"/>
            <a:ext cx="457200" cy="54864"/>
          </a:xfrm>
          <a:prstGeom prst="rect">
            <a:avLst/>
          </a:prstGeom>
          <a:solidFill>
            <a:srgbClr val="C52F3C"/>
          </a:solidFill>
          <a:ln w="8890">
            <a:solidFill>
              <a:srgbClr val="C52F3C"/>
            </a:solidFill>
            <a:prstDash val="solid"/>
          </a:ln>
        </p:spPr>
      </p:sp>
      <p:sp>
        <p:nvSpPr>
          <p:cNvPr id="3" name="Text 1"/>
          <p:cNvSpPr/>
          <p:nvPr/>
        </p:nvSpPr>
        <p:spPr>
          <a:xfrm>
            <a:off x="1124712" y="274320"/>
            <a:ext cx="9784080" cy="237744"/>
          </a:xfrm>
          <a:prstGeom prst="rect">
            <a:avLst/>
          </a:prstGeom>
          <a:solidFill>
            <a:srgbClr val="FFFFFF">
              <a:alpha val="0"/>
            </a:srgbClr>
          </a:solidFill>
          <a:ln>
            <a:solidFill>
              <a:srgbClr val="FFFFFF">
                <a:alpha val="0"/>
              </a:srgbClr>
            </a:solidFill>
          </a:ln>
        </p:spPr>
        <p:txBody>
          <a:bodyPr wrap="square" lIns="0" tIns="0" rIns="0" bIns="0" rtlCol="0" anchor="ctr">
            <a:normAutofit/>
          </a:bodyPr>
          <a:lstStyle/>
          <a:p>
            <a:pPr algn="l" indent="0" marL="0">
              <a:buNone/>
            </a:pPr>
            <a:r>
              <a:rPr lang="fr-FR" altLang="en-US" sz="1100" b="1" spc="130" kern="0" dirty="0">
                <a:solidFill>
                  <a:srgbClr val="5B6770"/>
                </a:solidFill>
                <a:latin typeface="Arial" pitchFamily="34" charset="0"/>
                <a:ea typeface="Arial" pitchFamily="34" charset="-122"/>
                <a:cs typeface="Arial" pitchFamily="34" charset="-120"/>
              </a:rPr>
              <a:t>CONCEPTION DÉTAILLÉE</a:t>
            </a:r>
            <a:endParaRPr lang="fr-FR" sz="1100" dirty="0"/>
          </a:p>
        </p:txBody>
      </p:sp>
      <p:sp>
        <p:nvSpPr>
          <p:cNvPr id="4" name="Text 2"/>
          <p:cNvSpPr/>
          <p:nvPr/>
        </p:nvSpPr>
        <p:spPr>
          <a:xfrm>
            <a:off x="548640" y="822960"/>
            <a:ext cx="11064240" cy="557784"/>
          </a:xfrm>
          <a:prstGeom prst="rect">
            <a:avLst/>
          </a:prstGeom>
          <a:solidFill>
            <a:srgbClr val="FFFFFF">
              <a:alpha val="0"/>
            </a:srgbClr>
          </a:solidFill>
          <a:ln>
            <a:solidFill>
              <a:srgbClr val="FFFFFF">
                <a:alpha val="0"/>
              </a:srgbClr>
            </a:solidFill>
          </a:ln>
        </p:spPr>
        <p:txBody>
          <a:bodyPr wrap="square" lIns="0" tIns="0" rIns="0" bIns="0" rtlCol="0" anchor="ctr">
            <a:normAutofit/>
          </a:bodyPr>
          <a:lstStyle/>
          <a:p>
            <a:pPr algn="l" indent="0" marL="0">
              <a:buNone/>
            </a:pPr>
            <a:r>
              <a:rPr lang="fr-FR" altLang="en-US" sz="3000" b="1" dirty="0">
                <a:solidFill>
                  <a:srgbClr val="203847"/>
                </a:solidFill>
                <a:latin typeface="Arial" pitchFamily="34" charset="0"/>
                <a:ea typeface="Arial" pitchFamily="34" charset="-122"/>
                <a:cs typeface="Arial" pitchFamily="34" charset="-120"/>
              </a:rPr>
              <a:t>Quatre user stories, trois règles serveur</a:t>
            </a:r>
            <a:endParaRPr lang="fr-FR" sz="3000" dirty="0"/>
          </a:p>
        </p:txBody>
      </p:sp>
      <p:sp>
        <p:nvSpPr>
          <p:cNvPr id="5" name="Shape 3"/>
          <p:cNvSpPr/>
          <p:nvPr/>
        </p:nvSpPr>
        <p:spPr>
          <a:xfrm>
            <a:off x="548640" y="6437376"/>
            <a:ext cx="11082528" cy="0"/>
          </a:xfrm>
          <a:prstGeom prst="line">
            <a:avLst/>
          </a:prstGeom>
          <a:solidFill>
            <a:srgbClr val="FFFFFF">
              <a:alpha val="0"/>
            </a:srgbClr>
          </a:solidFill>
          <a:ln w="19050">
            <a:solidFill>
              <a:srgbClr val="DCE2E6"/>
            </a:solidFill>
            <a:prstDash val="solid"/>
          </a:ln>
        </p:spPr>
      </p:sp>
      <p:sp>
        <p:nvSpPr>
          <p:cNvPr id="6" name="Text 4"/>
          <p:cNvSpPr/>
          <p:nvPr/>
        </p:nvSpPr>
        <p:spPr>
          <a:xfrm>
            <a:off x="548640" y="6510528"/>
            <a:ext cx="10424160" cy="182880"/>
          </a:xfrm>
          <a:prstGeom prst="rect">
            <a:avLst/>
          </a:prstGeom>
          <a:solidFill>
            <a:srgbClr val="FFFFFF">
              <a:alpha val="0"/>
            </a:srgbClr>
          </a:solidFill>
          <a:ln>
            <a:solidFill>
              <a:srgbClr val="FFFFFF">
                <a:alpha val="0"/>
              </a:srgbClr>
            </a:solidFill>
          </a:ln>
        </p:spPr>
        <p:txBody>
          <a:bodyPr wrap="square" lIns="0" tIns="0" rIns="0" bIns="0" rtlCol="0" anchor="ctr">
            <a:normAutofit/>
          </a:bodyPr>
          <a:lstStyle/>
          <a:p>
            <a:pPr algn="l" indent="0" marL="0">
              <a:buNone/>
            </a:pPr>
            <a:r>
              <a:rPr lang="fr-FR" altLang="en-US" sz="900" dirty="0">
                <a:solidFill>
                  <a:srgbClr val="5B6770"/>
                </a:solidFill>
                <a:latin typeface="Arial" pitchFamily="34" charset="0"/>
                <a:ea typeface="Arial" pitchFamily="34" charset="-122"/>
                <a:cs typeface="Arial" pitchFamily="34" charset="-120"/>
              </a:rPr>
              <a:t>Verisure | RGPD-01 | Mise en œuvre</a:t>
            </a:r>
            <a:endParaRPr lang="fr-FR" sz="900" dirty="0"/>
          </a:p>
        </p:txBody>
      </p:sp>
      <p:sp>
        <p:nvSpPr>
          <p:cNvPr id="7" name="Text 5"/>
          <p:cNvSpPr/>
          <p:nvPr/>
        </p:nvSpPr>
        <p:spPr>
          <a:xfrm>
            <a:off x="11137392" y="6492240"/>
            <a:ext cx="502920" cy="201168"/>
          </a:xfrm>
          <a:prstGeom prst="rect">
            <a:avLst/>
          </a:prstGeom>
          <a:solidFill>
            <a:srgbClr val="FFFFFF">
              <a:alpha val="0"/>
            </a:srgbClr>
          </a:solidFill>
          <a:ln>
            <a:solidFill>
              <a:srgbClr val="FFFFFF">
                <a:alpha val="0"/>
              </a:srgbClr>
            </a:solidFill>
          </a:ln>
        </p:spPr>
        <p:txBody>
          <a:bodyPr wrap="square" lIns="0" tIns="0" rIns="0" bIns="0" rtlCol="0" anchor="ctr">
            <a:normAutofit/>
          </a:bodyPr>
          <a:lstStyle/>
          <a:p>
            <a:pPr algn="r" indent="0" marL="0">
              <a:buNone/>
            </a:pPr>
            <a:r>
              <a:rPr lang="fr-FR" altLang="en-US" sz="1000" dirty="0">
                <a:solidFill>
                  <a:srgbClr val="5B6770"/>
                </a:solidFill>
                <a:latin typeface="Arial" pitchFamily="34" charset="0"/>
                <a:ea typeface="Arial" pitchFamily="34" charset="-122"/>
                <a:cs typeface="Arial" pitchFamily="34" charset="-120"/>
              </a:rPr>
              <a:t>5</a:t>
            </a:r>
            <a:endParaRPr lang="fr-FR" sz="1000" dirty="0"/>
          </a:p>
        </p:txBody>
      </p:sp>
      <p:sp>
        <p:nvSpPr>
          <p:cNvPr id="8" name="Shape 6"/>
          <p:cNvSpPr/>
          <p:nvPr/>
        </p:nvSpPr>
        <p:spPr>
          <a:xfrm>
            <a:off x="548640" y="1746504"/>
            <a:ext cx="914400" cy="310896"/>
          </a:xfrm>
          <a:prstGeom prst="rect">
            <a:avLst/>
          </a:prstGeom>
          <a:solidFill>
            <a:srgbClr val="C52F3C"/>
          </a:solidFill>
          <a:ln w="8890">
            <a:solidFill>
              <a:srgbClr val="C52F3C"/>
            </a:solidFill>
            <a:prstDash val="solid"/>
          </a:ln>
        </p:spPr>
      </p:sp>
      <p:sp>
        <p:nvSpPr>
          <p:cNvPr id="9" name="Text 7"/>
          <p:cNvSpPr/>
          <p:nvPr/>
        </p:nvSpPr>
        <p:spPr>
          <a:xfrm>
            <a:off x="612648" y="1755648"/>
            <a:ext cx="786384" cy="283464"/>
          </a:xfrm>
          <a:prstGeom prst="rect">
            <a:avLst/>
          </a:prstGeom>
          <a:solidFill>
            <a:srgbClr val="FFFFFF">
              <a:alpha val="0"/>
            </a:srgbClr>
          </a:solidFill>
          <a:ln>
            <a:solidFill>
              <a:srgbClr val="FFFFFF">
                <a:alpha val="0"/>
              </a:srgbClr>
            </a:solidFill>
          </a:ln>
        </p:spPr>
        <p:txBody>
          <a:bodyPr wrap="square" lIns="0" tIns="0" rIns="0" bIns="0" rtlCol="0" anchor="ctr">
            <a:normAutofit/>
          </a:bodyPr>
          <a:lstStyle/>
          <a:p>
            <a:pPr algn="l" indent="0" marL="0">
              <a:buNone/>
            </a:pPr>
            <a:r>
              <a:rPr lang="fr-FR" altLang="en-US" sz="1100" b="1" dirty="0">
                <a:solidFill>
                  <a:srgbClr val="FFFFFF"/>
                </a:solidFill>
                <a:latin typeface="Arial" pitchFamily="34" charset="0"/>
                <a:ea typeface="Arial" pitchFamily="34" charset="-122"/>
                <a:cs typeface="Arial" pitchFamily="34" charset="-120"/>
              </a:rPr>
              <a:t>US-01</a:t>
            </a:r>
            <a:endParaRPr lang="fr-FR" sz="1100" dirty="0"/>
          </a:p>
        </p:txBody>
      </p:sp>
      <p:sp>
        <p:nvSpPr>
          <p:cNvPr id="10" name="Text 8"/>
          <p:cNvSpPr/>
          <p:nvPr/>
        </p:nvSpPr>
        <p:spPr>
          <a:xfrm>
            <a:off x="1746504" y="1728216"/>
            <a:ext cx="4690872" cy="594360"/>
          </a:xfrm>
          <a:prstGeom prst="rect">
            <a:avLst/>
          </a:prstGeom>
          <a:solidFill>
            <a:srgbClr val="FFFFFF">
              <a:alpha val="0"/>
            </a:srgbClr>
          </a:solidFill>
          <a:ln>
            <a:solidFill>
              <a:srgbClr val="FFFFFF">
                <a:alpha val="0"/>
              </a:srgbClr>
            </a:solidFill>
          </a:ln>
        </p:spPr>
        <p:txBody>
          <a:bodyPr wrap="square" lIns="0" tIns="0" rIns="0" bIns="0" rtlCol="0" anchor="ctr">
            <a:normAutofit/>
          </a:bodyPr>
          <a:lstStyle/>
          <a:p>
            <a:pPr algn="l" indent="0" marL="0">
              <a:buNone/>
            </a:pPr>
            <a:r>
              <a:rPr lang="fr-FR" altLang="en-US" sz="2000" dirty="0">
                <a:solidFill>
                  <a:srgbClr val="203847"/>
                </a:solidFill>
                <a:latin typeface="Arial" pitchFamily="34" charset="0"/>
                <a:ea typeface="Arial" pitchFamily="34" charset="-122"/>
                <a:cs typeface="Arial" pitchFamily="34" charset="-120"/>
              </a:rPr>
              <a:t>Consulter uniquement mon foyer.</a:t>
            </a:r>
            <a:endParaRPr lang="fr-FR" sz="2000" dirty="0"/>
          </a:p>
        </p:txBody>
      </p:sp>
      <p:sp>
        <p:nvSpPr>
          <p:cNvPr id="11" name="Shape 9"/>
          <p:cNvSpPr/>
          <p:nvPr/>
        </p:nvSpPr>
        <p:spPr>
          <a:xfrm>
            <a:off x="548640" y="2532888"/>
            <a:ext cx="914400" cy="310896"/>
          </a:xfrm>
          <a:prstGeom prst="rect">
            <a:avLst/>
          </a:prstGeom>
          <a:solidFill>
            <a:srgbClr val="C52F3C"/>
          </a:solidFill>
          <a:ln w="8890">
            <a:solidFill>
              <a:srgbClr val="C52F3C"/>
            </a:solidFill>
            <a:prstDash val="solid"/>
          </a:ln>
        </p:spPr>
      </p:sp>
      <p:sp>
        <p:nvSpPr>
          <p:cNvPr id="12" name="Text 10"/>
          <p:cNvSpPr/>
          <p:nvPr/>
        </p:nvSpPr>
        <p:spPr>
          <a:xfrm>
            <a:off x="612648" y="2542032"/>
            <a:ext cx="786384" cy="283464"/>
          </a:xfrm>
          <a:prstGeom prst="rect">
            <a:avLst/>
          </a:prstGeom>
          <a:solidFill>
            <a:srgbClr val="FFFFFF">
              <a:alpha val="0"/>
            </a:srgbClr>
          </a:solidFill>
          <a:ln>
            <a:solidFill>
              <a:srgbClr val="FFFFFF">
                <a:alpha val="0"/>
              </a:srgbClr>
            </a:solidFill>
          </a:ln>
        </p:spPr>
        <p:txBody>
          <a:bodyPr wrap="square" lIns="0" tIns="0" rIns="0" bIns="0" rtlCol="0" anchor="ctr">
            <a:normAutofit/>
          </a:bodyPr>
          <a:lstStyle/>
          <a:p>
            <a:pPr algn="l" indent="0" marL="0">
              <a:buNone/>
            </a:pPr>
            <a:r>
              <a:rPr lang="fr-FR" altLang="en-US" sz="1100" b="1" dirty="0">
                <a:solidFill>
                  <a:srgbClr val="FFFFFF"/>
                </a:solidFill>
                <a:latin typeface="Arial" pitchFamily="34" charset="0"/>
                <a:ea typeface="Arial" pitchFamily="34" charset="-122"/>
                <a:cs typeface="Arial" pitchFamily="34" charset="-120"/>
              </a:rPr>
              <a:t>US-02</a:t>
            </a:r>
            <a:endParaRPr lang="fr-FR" sz="1100" dirty="0"/>
          </a:p>
        </p:txBody>
      </p:sp>
      <p:sp>
        <p:nvSpPr>
          <p:cNvPr id="13" name="Text 11"/>
          <p:cNvSpPr/>
          <p:nvPr/>
        </p:nvSpPr>
        <p:spPr>
          <a:xfrm>
            <a:off x="1746504" y="2514600"/>
            <a:ext cx="4690872" cy="594360"/>
          </a:xfrm>
          <a:prstGeom prst="rect">
            <a:avLst/>
          </a:prstGeom>
          <a:solidFill>
            <a:srgbClr val="FFFFFF">
              <a:alpha val="0"/>
            </a:srgbClr>
          </a:solidFill>
          <a:ln>
            <a:solidFill>
              <a:srgbClr val="FFFFFF">
                <a:alpha val="0"/>
              </a:srgbClr>
            </a:solidFill>
          </a:ln>
        </p:spPr>
        <p:txBody>
          <a:bodyPr wrap="square" lIns="0" tIns="0" rIns="0" bIns="0" rtlCol="0" anchor="ctr">
            <a:normAutofit/>
          </a:bodyPr>
          <a:lstStyle/>
          <a:p>
            <a:pPr algn="l" indent="0" marL="0">
              <a:buNone/>
            </a:pPr>
            <a:r>
              <a:rPr lang="fr-FR" altLang="en-US" sz="2000" dirty="0">
                <a:solidFill>
                  <a:srgbClr val="203847"/>
                </a:solidFill>
                <a:latin typeface="Arial" pitchFamily="34" charset="0"/>
                <a:ea typeface="Arial" pitchFamily="34" charset="-122"/>
                <a:cs typeface="Arial" pitchFamily="34" charset="-120"/>
              </a:rPr>
              <a:t>Comprendre les données utilisées.</a:t>
            </a:r>
            <a:endParaRPr lang="fr-FR" sz="2000" dirty="0"/>
          </a:p>
        </p:txBody>
      </p:sp>
      <p:sp>
        <p:nvSpPr>
          <p:cNvPr id="14" name="Shape 12"/>
          <p:cNvSpPr/>
          <p:nvPr/>
        </p:nvSpPr>
        <p:spPr>
          <a:xfrm>
            <a:off x="548640" y="3319272"/>
            <a:ext cx="914400" cy="310896"/>
          </a:xfrm>
          <a:prstGeom prst="rect">
            <a:avLst/>
          </a:prstGeom>
          <a:solidFill>
            <a:srgbClr val="C52F3C"/>
          </a:solidFill>
          <a:ln w="8890">
            <a:solidFill>
              <a:srgbClr val="C52F3C"/>
            </a:solidFill>
            <a:prstDash val="solid"/>
          </a:ln>
        </p:spPr>
      </p:sp>
      <p:sp>
        <p:nvSpPr>
          <p:cNvPr id="15" name="Text 13"/>
          <p:cNvSpPr/>
          <p:nvPr/>
        </p:nvSpPr>
        <p:spPr>
          <a:xfrm>
            <a:off x="612648" y="3328416"/>
            <a:ext cx="786384" cy="283464"/>
          </a:xfrm>
          <a:prstGeom prst="rect">
            <a:avLst/>
          </a:prstGeom>
          <a:solidFill>
            <a:srgbClr val="FFFFFF">
              <a:alpha val="0"/>
            </a:srgbClr>
          </a:solidFill>
          <a:ln>
            <a:solidFill>
              <a:srgbClr val="FFFFFF">
                <a:alpha val="0"/>
              </a:srgbClr>
            </a:solidFill>
          </a:ln>
        </p:spPr>
        <p:txBody>
          <a:bodyPr wrap="square" lIns="0" tIns="0" rIns="0" bIns="0" rtlCol="0" anchor="ctr">
            <a:normAutofit/>
          </a:bodyPr>
          <a:lstStyle/>
          <a:p>
            <a:pPr algn="l" indent="0" marL="0">
              <a:buNone/>
            </a:pPr>
            <a:r>
              <a:rPr lang="fr-FR" altLang="en-US" sz="1100" b="1" dirty="0">
                <a:solidFill>
                  <a:srgbClr val="FFFFFF"/>
                </a:solidFill>
                <a:latin typeface="Arial" pitchFamily="34" charset="0"/>
                <a:ea typeface="Arial" pitchFamily="34" charset="-122"/>
                <a:cs typeface="Arial" pitchFamily="34" charset="-120"/>
              </a:rPr>
              <a:t>US-03</a:t>
            </a:r>
            <a:endParaRPr lang="fr-FR" sz="1100" dirty="0"/>
          </a:p>
        </p:txBody>
      </p:sp>
      <p:sp>
        <p:nvSpPr>
          <p:cNvPr id="16" name="Text 14"/>
          <p:cNvSpPr/>
          <p:nvPr/>
        </p:nvSpPr>
        <p:spPr>
          <a:xfrm>
            <a:off x="1746504" y="3300984"/>
            <a:ext cx="4690872" cy="594360"/>
          </a:xfrm>
          <a:prstGeom prst="rect">
            <a:avLst/>
          </a:prstGeom>
          <a:solidFill>
            <a:srgbClr val="FFFFFF">
              <a:alpha val="0"/>
            </a:srgbClr>
          </a:solidFill>
          <a:ln>
            <a:solidFill>
              <a:srgbClr val="FFFFFF">
                <a:alpha val="0"/>
              </a:srgbClr>
            </a:solidFill>
          </a:ln>
        </p:spPr>
        <p:txBody>
          <a:bodyPr wrap="square" lIns="0" tIns="0" rIns="0" bIns="0" rtlCol="0" anchor="ctr">
            <a:normAutofit/>
          </a:bodyPr>
          <a:lstStyle/>
          <a:p>
            <a:pPr algn="l" indent="0" marL="0">
              <a:buNone/>
            </a:pPr>
            <a:r>
              <a:rPr lang="fr-FR" altLang="en-US" sz="2000" dirty="0">
                <a:solidFill>
                  <a:srgbClr val="203847"/>
                </a:solidFill>
                <a:latin typeface="Arial" pitchFamily="34" charset="0"/>
                <a:ea typeface="Arial" pitchFamily="34" charset="-122"/>
                <a:cs typeface="Arial" pitchFamily="34" charset="-120"/>
              </a:rPr>
              <a:t>Demander l'arrêt de la vue et l'effacement.</a:t>
            </a:r>
            <a:endParaRPr lang="fr-FR" sz="2000" dirty="0"/>
          </a:p>
        </p:txBody>
      </p:sp>
      <p:sp>
        <p:nvSpPr>
          <p:cNvPr id="17" name="Shape 15"/>
          <p:cNvSpPr/>
          <p:nvPr/>
        </p:nvSpPr>
        <p:spPr>
          <a:xfrm>
            <a:off x="548640" y="4105656"/>
            <a:ext cx="914400" cy="310896"/>
          </a:xfrm>
          <a:prstGeom prst="rect">
            <a:avLst/>
          </a:prstGeom>
          <a:solidFill>
            <a:srgbClr val="C52F3C"/>
          </a:solidFill>
          <a:ln w="8890">
            <a:solidFill>
              <a:srgbClr val="C52F3C"/>
            </a:solidFill>
            <a:prstDash val="solid"/>
          </a:ln>
        </p:spPr>
      </p:sp>
      <p:sp>
        <p:nvSpPr>
          <p:cNvPr id="18" name="Text 16"/>
          <p:cNvSpPr/>
          <p:nvPr/>
        </p:nvSpPr>
        <p:spPr>
          <a:xfrm>
            <a:off x="612648" y="4114800"/>
            <a:ext cx="786384" cy="283464"/>
          </a:xfrm>
          <a:prstGeom prst="rect">
            <a:avLst/>
          </a:prstGeom>
          <a:solidFill>
            <a:srgbClr val="FFFFFF">
              <a:alpha val="0"/>
            </a:srgbClr>
          </a:solidFill>
          <a:ln>
            <a:solidFill>
              <a:srgbClr val="FFFFFF">
                <a:alpha val="0"/>
              </a:srgbClr>
            </a:solidFill>
          </a:ln>
        </p:spPr>
        <p:txBody>
          <a:bodyPr wrap="square" lIns="0" tIns="0" rIns="0" bIns="0" rtlCol="0" anchor="ctr">
            <a:normAutofit/>
          </a:bodyPr>
          <a:lstStyle/>
          <a:p>
            <a:pPr algn="l" indent="0" marL="0">
              <a:buNone/>
            </a:pPr>
            <a:r>
              <a:rPr lang="fr-FR" altLang="en-US" sz="1100" b="1" dirty="0">
                <a:solidFill>
                  <a:srgbClr val="FFFFFF"/>
                </a:solidFill>
                <a:latin typeface="Arial" pitchFamily="34" charset="0"/>
                <a:ea typeface="Arial" pitchFamily="34" charset="-122"/>
                <a:cs typeface="Arial" pitchFamily="34" charset="-120"/>
              </a:rPr>
              <a:t>US-04</a:t>
            </a:r>
            <a:endParaRPr lang="fr-FR" sz="1100" dirty="0"/>
          </a:p>
        </p:txBody>
      </p:sp>
      <p:sp>
        <p:nvSpPr>
          <p:cNvPr id="19" name="Text 17"/>
          <p:cNvSpPr/>
          <p:nvPr/>
        </p:nvSpPr>
        <p:spPr>
          <a:xfrm>
            <a:off x="1746504" y="4087368"/>
            <a:ext cx="4690872" cy="594360"/>
          </a:xfrm>
          <a:prstGeom prst="rect">
            <a:avLst/>
          </a:prstGeom>
          <a:solidFill>
            <a:srgbClr val="FFFFFF">
              <a:alpha val="0"/>
            </a:srgbClr>
          </a:solidFill>
          <a:ln>
            <a:solidFill>
              <a:srgbClr val="FFFFFF">
                <a:alpha val="0"/>
              </a:srgbClr>
            </a:solidFill>
          </a:ln>
        </p:spPr>
        <p:txBody>
          <a:bodyPr wrap="square" lIns="0" tIns="0" rIns="0" bIns="0" rtlCol="0" anchor="ctr">
            <a:normAutofit/>
          </a:bodyPr>
          <a:lstStyle/>
          <a:p>
            <a:pPr algn="l" indent="0" marL="0">
              <a:buNone/>
            </a:pPr>
            <a:r>
              <a:rPr lang="fr-FR" altLang="en-US" sz="2000" dirty="0">
                <a:solidFill>
                  <a:srgbClr val="203847"/>
                </a:solidFill>
                <a:latin typeface="Arial" pitchFamily="34" charset="0"/>
                <a:ea typeface="Arial" pitchFamily="34" charset="-122"/>
                <a:cs typeface="Arial" pitchFamily="34" charset="-120"/>
              </a:rPr>
              <a:t>Limiter les données et protéger les accès.</a:t>
            </a:r>
            <a:endParaRPr lang="fr-FR" sz="2000" dirty="0"/>
          </a:p>
        </p:txBody>
      </p:sp>
      <p:sp>
        <p:nvSpPr>
          <p:cNvPr id="20" name="Shape 18"/>
          <p:cNvSpPr/>
          <p:nvPr/>
        </p:nvSpPr>
        <p:spPr>
          <a:xfrm>
            <a:off x="6995160" y="1691640"/>
            <a:ext cx="4636008" cy="3227832"/>
          </a:xfrm>
          <a:prstGeom prst="rect">
            <a:avLst/>
          </a:prstGeom>
          <a:solidFill>
            <a:srgbClr val="F0F3F5"/>
          </a:solidFill>
          <a:ln w="8890">
            <a:solidFill>
              <a:srgbClr val="F0F3F5"/>
            </a:solidFill>
            <a:prstDash val="solid"/>
          </a:ln>
        </p:spPr>
      </p:sp>
      <p:sp>
        <p:nvSpPr>
          <p:cNvPr id="21" name="Text 19"/>
          <p:cNvSpPr/>
          <p:nvPr/>
        </p:nvSpPr>
        <p:spPr>
          <a:xfrm>
            <a:off x="7232904" y="1883664"/>
            <a:ext cx="4160520" cy="347472"/>
          </a:xfrm>
          <a:prstGeom prst="rect">
            <a:avLst/>
          </a:prstGeom>
          <a:solidFill>
            <a:srgbClr val="FFFFFF">
              <a:alpha val="0"/>
            </a:srgbClr>
          </a:solidFill>
          <a:ln>
            <a:solidFill>
              <a:srgbClr val="FFFFFF">
                <a:alpha val="0"/>
              </a:srgbClr>
            </a:solidFill>
          </a:ln>
        </p:spPr>
        <p:txBody>
          <a:bodyPr wrap="square" lIns="0" tIns="0" rIns="0" bIns="0" rtlCol="0" anchor="ctr">
            <a:normAutofit/>
          </a:bodyPr>
          <a:lstStyle/>
          <a:p>
            <a:pPr algn="l" indent="0" marL="0">
              <a:buNone/>
            </a:pPr>
            <a:r>
              <a:rPr lang="fr-FR" altLang="en-US" sz="2400" b="1" dirty="0">
                <a:solidFill>
                  <a:srgbClr val="203847"/>
                </a:solidFill>
                <a:latin typeface="Arial" pitchFamily="34" charset="0"/>
                <a:ea typeface="Arial" pitchFamily="34" charset="-122"/>
                <a:cs typeface="Arial" pitchFamily="34" charset="-120"/>
              </a:rPr>
              <a:t>Filtrer</a:t>
            </a:r>
            <a:endParaRPr lang="fr-FR" sz="2400" dirty="0"/>
          </a:p>
        </p:txBody>
      </p:sp>
      <p:sp>
        <p:nvSpPr>
          <p:cNvPr id="22" name="Text 20"/>
          <p:cNvSpPr/>
          <p:nvPr/>
        </p:nvSpPr>
        <p:spPr>
          <a:xfrm>
            <a:off x="7232904" y="2331720"/>
            <a:ext cx="4114800" cy="402336"/>
          </a:xfrm>
          <a:prstGeom prst="rect">
            <a:avLst/>
          </a:prstGeom>
          <a:solidFill>
            <a:srgbClr val="FFFFFF">
              <a:alpha val="0"/>
            </a:srgbClr>
          </a:solidFill>
          <a:ln>
            <a:solidFill>
              <a:srgbClr val="FFFFFF">
                <a:alpha val="0"/>
              </a:srgbClr>
            </a:solidFill>
          </a:ln>
        </p:spPr>
        <p:txBody>
          <a:bodyPr wrap="square" lIns="0" tIns="0" rIns="0" bIns="0" rtlCol="0" anchor="ctr">
            <a:normAutofit/>
          </a:bodyPr>
          <a:lstStyle/>
          <a:p>
            <a:pPr algn="l" indent="0" marL="0">
              <a:buNone/>
            </a:pPr>
            <a:r>
              <a:rPr lang="fr-FR" altLang="en-US" sz="1800" dirty="0">
                <a:solidFill>
                  <a:srgbClr val="203847"/>
                </a:solidFill>
                <a:latin typeface="Arial" pitchFamily="34" charset="0"/>
                <a:ea typeface="Arial" pitchFamily="34" charset="-122"/>
                <a:cs typeface="Arial" pitchFamily="34" charset="-120"/>
              </a:rPr>
              <a:t>Ne conserver que les champs prévus.</a:t>
            </a:r>
            <a:endParaRPr lang="fr-FR" sz="1800" dirty="0"/>
          </a:p>
        </p:txBody>
      </p:sp>
      <p:sp>
        <p:nvSpPr>
          <p:cNvPr id="23" name="Text 21"/>
          <p:cNvSpPr/>
          <p:nvPr/>
        </p:nvSpPr>
        <p:spPr>
          <a:xfrm>
            <a:off x="7232904" y="2889504"/>
            <a:ext cx="4160520" cy="347472"/>
          </a:xfrm>
          <a:prstGeom prst="rect">
            <a:avLst/>
          </a:prstGeom>
          <a:solidFill>
            <a:srgbClr val="FFFFFF">
              <a:alpha val="0"/>
            </a:srgbClr>
          </a:solidFill>
          <a:ln>
            <a:solidFill>
              <a:srgbClr val="FFFFFF">
                <a:alpha val="0"/>
              </a:srgbClr>
            </a:solidFill>
          </a:ln>
        </p:spPr>
        <p:txBody>
          <a:bodyPr wrap="square" lIns="0" tIns="0" rIns="0" bIns="0" rtlCol="0" anchor="ctr">
            <a:normAutofit/>
          </a:bodyPr>
          <a:lstStyle/>
          <a:p>
            <a:pPr algn="l" indent="0" marL="0">
              <a:buNone/>
            </a:pPr>
            <a:r>
              <a:rPr lang="fr-FR" altLang="en-US" sz="2400" b="1" dirty="0">
                <a:solidFill>
                  <a:srgbClr val="203847"/>
                </a:solidFill>
                <a:latin typeface="Arial" pitchFamily="34" charset="0"/>
                <a:ea typeface="Arial" pitchFamily="34" charset="-122"/>
                <a:cs typeface="Arial" pitchFamily="34" charset="-120"/>
              </a:rPr>
              <a:t>Contrôler</a:t>
            </a:r>
            <a:endParaRPr lang="fr-FR" sz="2400" dirty="0"/>
          </a:p>
        </p:txBody>
      </p:sp>
      <p:sp>
        <p:nvSpPr>
          <p:cNvPr id="24" name="Text 22"/>
          <p:cNvSpPr/>
          <p:nvPr/>
        </p:nvSpPr>
        <p:spPr>
          <a:xfrm>
            <a:off x="7232904" y="3319272"/>
            <a:ext cx="4114800" cy="466344"/>
          </a:xfrm>
          <a:prstGeom prst="rect">
            <a:avLst/>
          </a:prstGeom>
          <a:solidFill>
            <a:srgbClr val="FFFFFF">
              <a:alpha val="0"/>
            </a:srgbClr>
          </a:solidFill>
          <a:ln>
            <a:solidFill>
              <a:srgbClr val="FFFFFF">
                <a:alpha val="0"/>
              </a:srgbClr>
            </a:solidFill>
          </a:ln>
        </p:spPr>
        <p:txBody>
          <a:bodyPr wrap="square" lIns="0" tIns="0" rIns="0" bIns="0" rtlCol="0" anchor="ctr">
            <a:normAutofit/>
          </a:bodyPr>
          <a:lstStyle/>
          <a:p>
            <a:pPr algn="l" indent="0" marL="0">
              <a:buNone/>
            </a:pPr>
            <a:r>
              <a:rPr lang="fr-FR" altLang="en-US" sz="1800" dirty="0">
                <a:solidFill>
                  <a:srgbClr val="203847"/>
                </a:solidFill>
                <a:latin typeface="Arial" pitchFamily="34" charset="0"/>
                <a:ea typeface="Arial" pitchFamily="34" charset="-122"/>
                <a:cs typeface="Arial" pitchFamily="34" charset="-120"/>
              </a:rPr>
              <a:t>Vérifier le lien compte-foyer sur le serveur.</a:t>
            </a:r>
            <a:endParaRPr lang="fr-FR" sz="1800" dirty="0"/>
          </a:p>
        </p:txBody>
      </p:sp>
      <p:sp>
        <p:nvSpPr>
          <p:cNvPr id="25" name="Text 23"/>
          <p:cNvSpPr/>
          <p:nvPr/>
        </p:nvSpPr>
        <p:spPr>
          <a:xfrm>
            <a:off x="7232904" y="3931920"/>
            <a:ext cx="1645920" cy="320040"/>
          </a:xfrm>
          <a:prstGeom prst="rect">
            <a:avLst/>
          </a:prstGeom>
          <a:solidFill>
            <a:srgbClr val="FFFFFF">
              <a:alpha val="0"/>
            </a:srgbClr>
          </a:solidFill>
          <a:ln>
            <a:solidFill>
              <a:srgbClr val="FFFFFF">
                <a:alpha val="0"/>
              </a:srgbClr>
            </a:solidFill>
          </a:ln>
        </p:spPr>
        <p:txBody>
          <a:bodyPr wrap="square" lIns="0" tIns="0" rIns="0" bIns="0" rtlCol="0" anchor="ctr">
            <a:normAutofit/>
          </a:bodyPr>
          <a:lstStyle/>
          <a:p>
            <a:pPr algn="l" indent="0" marL="0">
              <a:buNone/>
            </a:pPr>
            <a:r>
              <a:rPr lang="fr-FR" altLang="en-US" sz="2400" b="1" dirty="0">
                <a:solidFill>
                  <a:srgbClr val="203847"/>
                </a:solidFill>
                <a:latin typeface="Arial" pitchFamily="34" charset="0"/>
                <a:ea typeface="Arial" pitchFamily="34" charset="-122"/>
                <a:cs typeface="Arial" pitchFamily="34" charset="-120"/>
              </a:rPr>
              <a:t>Purger</a:t>
            </a:r>
            <a:endParaRPr lang="fr-FR" sz="2400" dirty="0"/>
          </a:p>
        </p:txBody>
      </p:sp>
      <p:sp>
        <p:nvSpPr>
          <p:cNvPr id="26" name="Text 24"/>
          <p:cNvSpPr/>
          <p:nvPr/>
        </p:nvSpPr>
        <p:spPr>
          <a:xfrm>
            <a:off x="7232904" y="4379976"/>
            <a:ext cx="4114800" cy="292608"/>
          </a:xfrm>
          <a:prstGeom prst="rect">
            <a:avLst/>
          </a:prstGeom>
          <a:solidFill>
            <a:srgbClr val="FFFFFF">
              <a:alpha val="0"/>
            </a:srgbClr>
          </a:solidFill>
          <a:ln>
            <a:solidFill>
              <a:srgbClr val="FFFFFF">
                <a:alpha val="0"/>
              </a:srgbClr>
            </a:solidFill>
          </a:ln>
        </p:spPr>
        <p:txBody>
          <a:bodyPr wrap="square" lIns="0" tIns="0" rIns="0" bIns="0" rtlCol="0" anchor="ctr">
            <a:normAutofit/>
          </a:bodyPr>
          <a:lstStyle/>
          <a:p>
            <a:pPr algn="l" indent="0" marL="0">
              <a:buNone/>
            </a:pPr>
            <a:r>
              <a:rPr lang="fr-FR" altLang="en-US" sz="1800" dirty="0">
                <a:solidFill>
                  <a:srgbClr val="203847"/>
                </a:solidFill>
                <a:latin typeface="Arial" pitchFamily="34" charset="0"/>
                <a:ea typeface="Arial" pitchFamily="34" charset="-122"/>
                <a:cs typeface="Arial" pitchFamily="34" charset="-120"/>
              </a:rPr>
              <a:t>Effacer sans réimporter.</a:t>
            </a:r>
            <a:endParaRPr lang="fr-FR" sz="1800" dirty="0"/>
          </a:p>
        </p:txBody>
      </p:sp>
      <p:sp>
        <p:nvSpPr>
          <p:cNvPr id="27" name="Shape 25"/>
          <p:cNvSpPr/>
          <p:nvPr/>
        </p:nvSpPr>
        <p:spPr>
          <a:xfrm>
            <a:off x="548640" y="5504688"/>
            <a:ext cx="11082528" cy="676656"/>
          </a:xfrm>
          <a:prstGeom prst="rect">
            <a:avLst/>
          </a:prstGeom>
          <a:solidFill>
            <a:srgbClr val="F0F3F5"/>
          </a:solidFill>
          <a:ln w="8890">
            <a:solidFill>
              <a:srgbClr val="F0F3F5"/>
            </a:solidFill>
            <a:prstDash val="solid"/>
          </a:ln>
        </p:spPr>
      </p:sp>
      <p:sp>
        <p:nvSpPr>
          <p:cNvPr id="28" name="Text 26"/>
          <p:cNvSpPr/>
          <p:nvPr/>
        </p:nvSpPr>
        <p:spPr>
          <a:xfrm>
            <a:off x="740664" y="5577840"/>
            <a:ext cx="2057400" cy="521208"/>
          </a:xfrm>
          <a:prstGeom prst="rect">
            <a:avLst/>
          </a:prstGeom>
          <a:solidFill>
            <a:srgbClr val="FFFFFF">
              <a:alpha val="0"/>
            </a:srgbClr>
          </a:solidFill>
          <a:ln>
            <a:solidFill>
              <a:srgbClr val="FFFFFF">
                <a:alpha val="0"/>
              </a:srgbClr>
            </a:solidFill>
          </a:ln>
        </p:spPr>
        <p:txBody>
          <a:bodyPr wrap="square" lIns="0" tIns="0" rIns="0" bIns="0" rtlCol="0" anchor="ctr">
            <a:normAutofit/>
          </a:bodyPr>
          <a:lstStyle/>
          <a:p>
            <a:pPr algn="l" indent="0" marL="0">
              <a:buNone/>
            </a:pPr>
            <a:r>
              <a:rPr lang="fr-FR" altLang="en-US" sz="1700" b="1" dirty="0">
                <a:solidFill>
                  <a:srgbClr val="C52F3C"/>
                </a:solidFill>
                <a:latin typeface="Arial" pitchFamily="34" charset="0"/>
                <a:ea typeface="Arial" pitchFamily="34" charset="-122"/>
                <a:cs typeface="Arial" pitchFamily="34" charset="-120"/>
              </a:rPr>
              <a:t>Notre API</a:t>
            </a:r>
            <a:endParaRPr lang="fr-FR" sz="1700" dirty="0"/>
          </a:p>
        </p:txBody>
      </p:sp>
      <p:sp>
        <p:nvSpPr>
          <p:cNvPr id="29" name="Text 27"/>
          <p:cNvSpPr/>
          <p:nvPr/>
        </p:nvSpPr>
        <p:spPr>
          <a:xfrm>
            <a:off x="2926080" y="5577840"/>
            <a:ext cx="8458200" cy="521208"/>
          </a:xfrm>
          <a:prstGeom prst="rect">
            <a:avLst/>
          </a:prstGeom>
          <a:solidFill>
            <a:srgbClr val="FFFFFF">
              <a:alpha val="0"/>
            </a:srgbClr>
          </a:solidFill>
          <a:ln>
            <a:solidFill>
              <a:srgbClr val="FFFFFF">
                <a:alpha val="0"/>
              </a:srgbClr>
            </a:solidFill>
          </a:ln>
        </p:spPr>
        <p:txBody>
          <a:bodyPr wrap="square" lIns="0" tIns="0" rIns="0" bIns="0" rtlCol="0" anchor="ctr">
            <a:normAutofit/>
          </a:bodyPr>
          <a:lstStyle/>
          <a:p>
            <a:pPr algn="l" indent="0" marL="0">
              <a:buNone/>
            </a:pPr>
            <a:r>
              <a:rPr lang="fr-FR" altLang="en-US" sz="1700" dirty="0">
                <a:solidFill>
                  <a:srgbClr val="203847"/>
                </a:solidFill>
                <a:latin typeface="Arial" pitchFamily="34" charset="0"/>
                <a:ea typeface="Arial" pitchFamily="34" charset="-122"/>
                <a:cs typeface="Arial" pitchFamily="34" charset="-120"/>
              </a:rPr>
              <a:t>GET /api/foyers/{id}/appareils : 200 autorisé, 403 refusé, 401 sans session.</a:t>
            </a:r>
            <a:endParaRPr lang="fr-FR" sz="17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347472"/>
            <a:ext cx="457200" cy="54864"/>
          </a:xfrm>
          <a:prstGeom prst="rect">
            <a:avLst/>
          </a:prstGeom>
          <a:solidFill>
            <a:srgbClr val="C52F3C"/>
          </a:solidFill>
          <a:ln w="8890">
            <a:solidFill>
              <a:srgbClr val="C52F3C"/>
            </a:solidFill>
            <a:prstDash val="solid"/>
          </a:ln>
        </p:spPr>
      </p:sp>
      <p:sp>
        <p:nvSpPr>
          <p:cNvPr id="3" name="Text 1"/>
          <p:cNvSpPr/>
          <p:nvPr/>
        </p:nvSpPr>
        <p:spPr>
          <a:xfrm>
            <a:off x="1124712" y="274320"/>
            <a:ext cx="9784080" cy="237744"/>
          </a:xfrm>
          <a:prstGeom prst="rect">
            <a:avLst/>
          </a:prstGeom>
          <a:solidFill>
            <a:srgbClr val="FFFFFF">
              <a:alpha val="0"/>
            </a:srgbClr>
          </a:solidFill>
          <a:ln>
            <a:solidFill>
              <a:srgbClr val="FFFFFF">
                <a:alpha val="0"/>
              </a:srgbClr>
            </a:solidFill>
          </a:ln>
        </p:spPr>
        <p:txBody>
          <a:bodyPr wrap="square" lIns="0" tIns="0" rIns="0" bIns="0" rtlCol="0" anchor="ctr">
            <a:normAutofit/>
          </a:bodyPr>
          <a:lstStyle/>
          <a:p>
            <a:pPr algn="l" indent="0" marL="0">
              <a:buNone/>
            </a:pPr>
            <a:r>
              <a:rPr lang="fr-FR" altLang="en-US" sz="1100" b="1" spc="130" kern="0" dirty="0">
                <a:solidFill>
                  <a:srgbClr val="5B6770"/>
                </a:solidFill>
                <a:latin typeface="Arial" pitchFamily="34" charset="0"/>
                <a:ea typeface="Arial" pitchFamily="34" charset="-122"/>
                <a:cs typeface="Arial" pitchFamily="34" charset="-120"/>
              </a:rPr>
              <a:t>PLANNING PRÉVISIONNEL</a:t>
            </a:r>
            <a:endParaRPr lang="fr-FR" sz="1100" dirty="0"/>
          </a:p>
        </p:txBody>
      </p:sp>
      <p:sp>
        <p:nvSpPr>
          <p:cNvPr id="4" name="Text 2"/>
          <p:cNvSpPr/>
          <p:nvPr/>
        </p:nvSpPr>
        <p:spPr>
          <a:xfrm>
            <a:off x="548640" y="822960"/>
            <a:ext cx="11064240" cy="557784"/>
          </a:xfrm>
          <a:prstGeom prst="rect">
            <a:avLst/>
          </a:prstGeom>
          <a:solidFill>
            <a:srgbClr val="FFFFFF">
              <a:alpha val="0"/>
            </a:srgbClr>
          </a:solidFill>
          <a:ln>
            <a:solidFill>
              <a:srgbClr val="FFFFFF">
                <a:alpha val="0"/>
              </a:srgbClr>
            </a:solidFill>
          </a:ln>
        </p:spPr>
        <p:txBody>
          <a:bodyPr wrap="square" lIns="0" tIns="0" rIns="0" bIns="0" rtlCol="0" anchor="ctr">
            <a:normAutofit/>
          </a:bodyPr>
          <a:lstStyle/>
          <a:p>
            <a:pPr algn="l" indent="0" marL="0">
              <a:buNone/>
            </a:pPr>
            <a:r>
              <a:rPr lang="fr-FR" altLang="en-US" sz="3000" b="1" dirty="0">
                <a:solidFill>
                  <a:srgbClr val="203847"/>
                </a:solidFill>
                <a:latin typeface="Arial" pitchFamily="34" charset="0"/>
                <a:ea typeface="Arial" pitchFamily="34" charset="-122"/>
                <a:cs typeface="Arial" pitchFamily="34" charset="-120"/>
              </a:rPr>
              <a:t>Plan détaillé : cadrage et réalisation</a:t>
            </a:r>
            <a:endParaRPr lang="fr-FR" sz="3000" dirty="0"/>
          </a:p>
        </p:txBody>
      </p:sp>
      <p:sp>
        <p:nvSpPr>
          <p:cNvPr id="5" name="Shape 3"/>
          <p:cNvSpPr/>
          <p:nvPr/>
        </p:nvSpPr>
        <p:spPr>
          <a:xfrm>
            <a:off x="548640" y="6437376"/>
            <a:ext cx="11082528" cy="0"/>
          </a:xfrm>
          <a:prstGeom prst="line">
            <a:avLst/>
          </a:prstGeom>
          <a:solidFill>
            <a:srgbClr val="FFFFFF">
              <a:alpha val="0"/>
            </a:srgbClr>
          </a:solidFill>
          <a:ln w="19050">
            <a:solidFill>
              <a:srgbClr val="DCE2E6"/>
            </a:solidFill>
            <a:prstDash val="solid"/>
          </a:ln>
        </p:spPr>
      </p:sp>
      <p:sp>
        <p:nvSpPr>
          <p:cNvPr id="6" name="Text 4"/>
          <p:cNvSpPr/>
          <p:nvPr/>
        </p:nvSpPr>
        <p:spPr>
          <a:xfrm>
            <a:off x="548640" y="6510528"/>
            <a:ext cx="10424160" cy="182880"/>
          </a:xfrm>
          <a:prstGeom prst="rect">
            <a:avLst/>
          </a:prstGeom>
          <a:solidFill>
            <a:srgbClr val="FFFFFF">
              <a:alpha val="0"/>
            </a:srgbClr>
          </a:solidFill>
          <a:ln>
            <a:solidFill>
              <a:srgbClr val="FFFFFF">
                <a:alpha val="0"/>
              </a:srgbClr>
            </a:solidFill>
          </a:ln>
        </p:spPr>
        <p:txBody>
          <a:bodyPr wrap="square" lIns="0" tIns="0" rIns="0" bIns="0" rtlCol="0" anchor="ctr">
            <a:normAutofit/>
          </a:bodyPr>
          <a:lstStyle/>
          <a:p>
            <a:pPr algn="l" indent="0" marL="0">
              <a:buNone/>
            </a:pPr>
            <a:r>
              <a:rPr lang="fr-FR" altLang="en-US" sz="900" dirty="0">
                <a:solidFill>
                  <a:srgbClr val="5B6770"/>
                </a:solidFill>
                <a:latin typeface="Arial" pitchFamily="34" charset="0"/>
                <a:ea typeface="Arial" pitchFamily="34" charset="-122"/>
                <a:cs typeface="Arial" pitchFamily="34" charset="-120"/>
              </a:rPr>
              <a:t>Verisure | RGPD-01 | Mise en œuvre</a:t>
            </a:r>
            <a:endParaRPr lang="fr-FR" sz="900" dirty="0"/>
          </a:p>
        </p:txBody>
      </p:sp>
      <p:sp>
        <p:nvSpPr>
          <p:cNvPr id="7" name="Text 5"/>
          <p:cNvSpPr/>
          <p:nvPr/>
        </p:nvSpPr>
        <p:spPr>
          <a:xfrm>
            <a:off x="11137392" y="6492240"/>
            <a:ext cx="502920" cy="201168"/>
          </a:xfrm>
          <a:prstGeom prst="rect">
            <a:avLst/>
          </a:prstGeom>
          <a:solidFill>
            <a:srgbClr val="FFFFFF">
              <a:alpha val="0"/>
            </a:srgbClr>
          </a:solidFill>
          <a:ln>
            <a:solidFill>
              <a:srgbClr val="FFFFFF">
                <a:alpha val="0"/>
              </a:srgbClr>
            </a:solidFill>
          </a:ln>
        </p:spPr>
        <p:txBody>
          <a:bodyPr wrap="square" lIns="0" tIns="0" rIns="0" bIns="0" rtlCol="0" anchor="ctr">
            <a:normAutofit/>
          </a:bodyPr>
          <a:lstStyle/>
          <a:p>
            <a:pPr algn="r" indent="0" marL="0">
              <a:buNone/>
            </a:pPr>
            <a:r>
              <a:rPr lang="fr-FR" altLang="en-US" sz="1000" dirty="0">
                <a:solidFill>
                  <a:srgbClr val="5B6770"/>
                </a:solidFill>
                <a:latin typeface="Arial" pitchFamily="34" charset="0"/>
                <a:ea typeface="Arial" pitchFamily="34" charset="-122"/>
                <a:cs typeface="Arial" pitchFamily="34" charset="-120"/>
              </a:rPr>
              <a:t>6</a:t>
            </a:r>
            <a:endParaRPr lang="fr-FR" sz="1000" dirty="0"/>
          </a:p>
        </p:txBody>
      </p:sp>
      <p:sp>
        <p:nvSpPr>
          <p:cNvPr id="8" name="Text 6"/>
          <p:cNvSpPr/>
          <p:nvPr/>
        </p:nvSpPr>
        <p:spPr>
          <a:xfrm>
            <a:off x="594360" y="1581912"/>
            <a:ext cx="10972800" cy="292608"/>
          </a:xfrm>
          <a:prstGeom prst="rect">
            <a:avLst/>
          </a:prstGeom>
          <a:noFill/>
          <a:ln/>
        </p:spPr>
        <p:txBody>
          <a:bodyPr wrap="square" lIns="0" tIns="0" rIns="0" bIns="0" rtlCol="0" anchor="ctr">
            <a:normAutofit/>
          </a:bodyPr>
          <a:lstStyle/>
          <a:p>
            <a:pPr algn="l" indent="0" marL="0">
              <a:buNone/>
            </a:pPr>
            <a:r>
              <a:rPr lang="fr-FR" altLang="en-US" sz="1400" dirty="0">
                <a:solidFill>
                  <a:srgbClr val="5B6770"/>
                </a:solidFill>
                <a:latin typeface="Arial" pitchFamily="34" charset="0"/>
                <a:ea typeface="Arial" pitchFamily="34" charset="-122"/>
                <a:cs typeface="Arial" pitchFamily="34" charset="-120"/>
              </a:rPr>
              <a:t>Activités 01 à 12 | Les tests sont préparés avant le développement.</a:t>
            </a:r>
            <a:endParaRPr lang="fr-FR" sz="1400" dirty="0"/>
          </a:p>
        </p:txBody>
      </p:sp>
      <p:sp>
        <p:nvSpPr>
          <p:cNvPr id="9" name="Shape 7"/>
          <p:cNvSpPr/>
          <p:nvPr/>
        </p:nvSpPr>
        <p:spPr>
          <a:xfrm>
            <a:off x="548640" y="1993392"/>
            <a:ext cx="11082528" cy="274320"/>
          </a:xfrm>
          <a:prstGeom prst="rect">
            <a:avLst/>
          </a:prstGeom>
          <a:solidFill>
            <a:srgbClr val="203847"/>
          </a:solidFill>
          <a:ln w="5080">
            <a:solidFill>
              <a:srgbClr val="203847"/>
            </a:solidFill>
            <a:prstDash val="solid"/>
          </a:ln>
        </p:spPr>
      </p:sp>
      <p:sp>
        <p:nvSpPr>
          <p:cNvPr id="10" name="Text 8"/>
          <p:cNvSpPr/>
          <p:nvPr/>
        </p:nvSpPr>
        <p:spPr>
          <a:xfrm>
            <a:off x="630936" y="2007108"/>
            <a:ext cx="3364992" cy="237744"/>
          </a:xfrm>
          <a:prstGeom prst="rect">
            <a:avLst/>
          </a:prstGeom>
          <a:noFill/>
          <a:ln/>
        </p:spPr>
        <p:txBody>
          <a:bodyPr wrap="square" lIns="0" tIns="0" rIns="0" bIns="0" rtlCol="0" anchor="ctr">
            <a:normAutofit/>
          </a:bodyPr>
          <a:lstStyle/>
          <a:p>
            <a:pPr algn="l" indent="0" marL="0">
              <a:buNone/>
            </a:pPr>
            <a:r>
              <a:rPr lang="fr-FR" altLang="en-US" sz="1200" b="1" dirty="0">
                <a:solidFill>
                  <a:srgbClr val="FFFFFF"/>
                </a:solidFill>
                <a:latin typeface="Arial" pitchFamily="34" charset="0"/>
                <a:ea typeface="Arial" pitchFamily="34" charset="-122"/>
                <a:cs typeface="Arial" pitchFamily="34" charset="-120"/>
              </a:rPr>
              <a:t>ID / Activité</a:t>
            </a:r>
            <a:endParaRPr lang="fr-FR" sz="1200" dirty="0"/>
          </a:p>
        </p:txBody>
      </p:sp>
      <p:sp>
        <p:nvSpPr>
          <p:cNvPr id="11" name="Text 9"/>
          <p:cNvSpPr/>
          <p:nvPr/>
        </p:nvSpPr>
        <p:spPr>
          <a:xfrm>
            <a:off x="4023360" y="2007108"/>
            <a:ext cx="960120" cy="237744"/>
          </a:xfrm>
          <a:prstGeom prst="rect">
            <a:avLst/>
          </a:prstGeom>
          <a:noFill/>
          <a:ln/>
        </p:spPr>
        <p:txBody>
          <a:bodyPr wrap="square" lIns="0" tIns="0" rIns="0" bIns="0" rtlCol="0" anchor="ctr">
            <a:normAutofit/>
          </a:bodyPr>
          <a:lstStyle/>
          <a:p>
            <a:pPr algn="ctr" indent="0" marL="0">
              <a:buNone/>
            </a:pPr>
            <a:r>
              <a:rPr lang="fr-FR" altLang="en-US" sz="1120" b="1" dirty="0">
                <a:solidFill>
                  <a:srgbClr val="FFFFFF"/>
                </a:solidFill>
                <a:latin typeface="Arial" pitchFamily="34" charset="0"/>
                <a:ea typeface="Arial" pitchFamily="34" charset="-122"/>
                <a:cs typeface="Arial" pitchFamily="34" charset="-120"/>
              </a:rPr>
              <a:t>Pilote</a:t>
            </a:r>
            <a:endParaRPr lang="fr-FR" sz="1120" dirty="0"/>
          </a:p>
        </p:txBody>
      </p:sp>
      <p:sp>
        <p:nvSpPr>
          <p:cNvPr id="12" name="Text 10"/>
          <p:cNvSpPr/>
          <p:nvPr/>
        </p:nvSpPr>
        <p:spPr>
          <a:xfrm>
            <a:off x="4983480" y="2007108"/>
            <a:ext cx="276987" cy="237744"/>
          </a:xfrm>
          <a:prstGeom prst="rect">
            <a:avLst/>
          </a:prstGeom>
          <a:noFill/>
          <a:ln/>
        </p:spPr>
        <p:txBody>
          <a:bodyPr wrap="square" lIns="0" tIns="0" rIns="0" bIns="0" rtlCol="0" anchor="ctr">
            <a:normAutofit/>
          </a:bodyPr>
          <a:lstStyle/>
          <a:p>
            <a:pPr algn="ctr" indent="0" marL="0">
              <a:buNone/>
            </a:pPr>
            <a:r>
              <a:rPr lang="fr-FR" altLang="en-US" sz="930" b="1" dirty="0">
                <a:solidFill>
                  <a:srgbClr val="FFFFFF"/>
                </a:solidFill>
                <a:latin typeface="Arial" pitchFamily="34" charset="0"/>
                <a:ea typeface="Arial" pitchFamily="34" charset="-122"/>
                <a:cs typeface="Arial" pitchFamily="34" charset="-120"/>
              </a:rPr>
              <a:t>01</a:t>
            </a:r>
            <a:endParaRPr lang="fr-FR" sz="930" dirty="0"/>
          </a:p>
        </p:txBody>
      </p:sp>
      <p:sp>
        <p:nvSpPr>
          <p:cNvPr id="13" name="Text 11"/>
          <p:cNvSpPr/>
          <p:nvPr/>
        </p:nvSpPr>
        <p:spPr>
          <a:xfrm>
            <a:off x="5260467" y="2007108"/>
            <a:ext cx="276987" cy="237744"/>
          </a:xfrm>
          <a:prstGeom prst="rect">
            <a:avLst/>
          </a:prstGeom>
          <a:noFill/>
          <a:ln/>
        </p:spPr>
        <p:txBody>
          <a:bodyPr wrap="square" lIns="0" tIns="0" rIns="0" bIns="0" rtlCol="0" anchor="ctr">
            <a:normAutofit/>
          </a:bodyPr>
          <a:lstStyle/>
          <a:p>
            <a:pPr algn="ctr" indent="0" marL="0">
              <a:buNone/>
            </a:pPr>
            <a:r>
              <a:rPr lang="fr-FR" altLang="en-US" sz="930" b="1" dirty="0">
                <a:solidFill>
                  <a:srgbClr val="FFFFFF"/>
                </a:solidFill>
                <a:latin typeface="Arial" pitchFamily="34" charset="0"/>
                <a:ea typeface="Arial" pitchFamily="34" charset="-122"/>
                <a:cs typeface="Arial" pitchFamily="34" charset="-120"/>
              </a:rPr>
              <a:t>02</a:t>
            </a:r>
            <a:endParaRPr lang="fr-FR" sz="930" dirty="0"/>
          </a:p>
        </p:txBody>
      </p:sp>
      <p:sp>
        <p:nvSpPr>
          <p:cNvPr id="14" name="Text 12"/>
          <p:cNvSpPr/>
          <p:nvPr/>
        </p:nvSpPr>
        <p:spPr>
          <a:xfrm>
            <a:off x="5537454" y="2007108"/>
            <a:ext cx="276987" cy="237744"/>
          </a:xfrm>
          <a:prstGeom prst="rect">
            <a:avLst/>
          </a:prstGeom>
          <a:noFill/>
          <a:ln/>
        </p:spPr>
        <p:txBody>
          <a:bodyPr wrap="square" lIns="0" tIns="0" rIns="0" bIns="0" rtlCol="0" anchor="ctr">
            <a:normAutofit/>
          </a:bodyPr>
          <a:lstStyle/>
          <a:p>
            <a:pPr algn="ctr" indent="0" marL="0">
              <a:buNone/>
            </a:pPr>
            <a:r>
              <a:rPr lang="fr-FR" altLang="en-US" sz="930" b="1" dirty="0">
                <a:solidFill>
                  <a:srgbClr val="FFFFFF"/>
                </a:solidFill>
                <a:latin typeface="Arial" pitchFamily="34" charset="0"/>
                <a:ea typeface="Arial" pitchFamily="34" charset="-122"/>
                <a:cs typeface="Arial" pitchFamily="34" charset="-120"/>
              </a:rPr>
              <a:t>03</a:t>
            </a:r>
            <a:endParaRPr lang="fr-FR" sz="930" dirty="0"/>
          </a:p>
        </p:txBody>
      </p:sp>
      <p:sp>
        <p:nvSpPr>
          <p:cNvPr id="15" name="Text 13"/>
          <p:cNvSpPr/>
          <p:nvPr/>
        </p:nvSpPr>
        <p:spPr>
          <a:xfrm>
            <a:off x="5814441" y="2007108"/>
            <a:ext cx="276987" cy="237744"/>
          </a:xfrm>
          <a:prstGeom prst="rect">
            <a:avLst/>
          </a:prstGeom>
          <a:noFill/>
          <a:ln/>
        </p:spPr>
        <p:txBody>
          <a:bodyPr wrap="square" lIns="0" tIns="0" rIns="0" bIns="0" rtlCol="0" anchor="ctr">
            <a:normAutofit/>
          </a:bodyPr>
          <a:lstStyle/>
          <a:p>
            <a:pPr algn="ctr" indent="0" marL="0">
              <a:buNone/>
            </a:pPr>
            <a:r>
              <a:rPr lang="fr-FR" altLang="en-US" sz="930" b="1" dirty="0">
                <a:solidFill>
                  <a:srgbClr val="FFFFFF"/>
                </a:solidFill>
                <a:latin typeface="Arial" pitchFamily="34" charset="0"/>
                <a:ea typeface="Arial" pitchFamily="34" charset="-122"/>
                <a:cs typeface="Arial" pitchFamily="34" charset="-120"/>
              </a:rPr>
              <a:t>04</a:t>
            </a:r>
            <a:endParaRPr lang="fr-FR" sz="930" dirty="0"/>
          </a:p>
        </p:txBody>
      </p:sp>
      <p:sp>
        <p:nvSpPr>
          <p:cNvPr id="16" name="Text 14"/>
          <p:cNvSpPr/>
          <p:nvPr/>
        </p:nvSpPr>
        <p:spPr>
          <a:xfrm>
            <a:off x="6091428" y="2007108"/>
            <a:ext cx="276987" cy="237744"/>
          </a:xfrm>
          <a:prstGeom prst="rect">
            <a:avLst/>
          </a:prstGeom>
          <a:noFill/>
          <a:ln/>
        </p:spPr>
        <p:txBody>
          <a:bodyPr wrap="square" lIns="0" tIns="0" rIns="0" bIns="0" rtlCol="0" anchor="ctr">
            <a:normAutofit/>
          </a:bodyPr>
          <a:lstStyle/>
          <a:p>
            <a:pPr algn="ctr" indent="0" marL="0">
              <a:buNone/>
            </a:pPr>
            <a:r>
              <a:rPr lang="fr-FR" altLang="en-US" sz="930" b="1" dirty="0">
                <a:solidFill>
                  <a:srgbClr val="FFFFFF"/>
                </a:solidFill>
                <a:latin typeface="Arial" pitchFamily="34" charset="0"/>
                <a:ea typeface="Arial" pitchFamily="34" charset="-122"/>
                <a:cs typeface="Arial" pitchFamily="34" charset="-120"/>
              </a:rPr>
              <a:t>05</a:t>
            </a:r>
            <a:endParaRPr lang="fr-FR" sz="930" dirty="0"/>
          </a:p>
        </p:txBody>
      </p:sp>
      <p:sp>
        <p:nvSpPr>
          <p:cNvPr id="17" name="Text 15"/>
          <p:cNvSpPr/>
          <p:nvPr/>
        </p:nvSpPr>
        <p:spPr>
          <a:xfrm>
            <a:off x="6368415" y="2007108"/>
            <a:ext cx="276987" cy="237744"/>
          </a:xfrm>
          <a:prstGeom prst="rect">
            <a:avLst/>
          </a:prstGeom>
          <a:noFill/>
          <a:ln/>
        </p:spPr>
        <p:txBody>
          <a:bodyPr wrap="square" lIns="0" tIns="0" rIns="0" bIns="0" rtlCol="0" anchor="ctr">
            <a:normAutofit/>
          </a:bodyPr>
          <a:lstStyle/>
          <a:p>
            <a:pPr algn="ctr" indent="0" marL="0">
              <a:buNone/>
            </a:pPr>
            <a:r>
              <a:rPr lang="fr-FR" altLang="en-US" sz="930" b="1" dirty="0">
                <a:solidFill>
                  <a:srgbClr val="FFFFFF"/>
                </a:solidFill>
                <a:latin typeface="Arial" pitchFamily="34" charset="0"/>
                <a:ea typeface="Arial" pitchFamily="34" charset="-122"/>
                <a:cs typeface="Arial" pitchFamily="34" charset="-120"/>
              </a:rPr>
              <a:t>06</a:t>
            </a:r>
            <a:endParaRPr lang="fr-FR" sz="930" dirty="0"/>
          </a:p>
        </p:txBody>
      </p:sp>
      <p:sp>
        <p:nvSpPr>
          <p:cNvPr id="18" name="Text 16"/>
          <p:cNvSpPr/>
          <p:nvPr/>
        </p:nvSpPr>
        <p:spPr>
          <a:xfrm>
            <a:off x="6645402" y="2007108"/>
            <a:ext cx="276987" cy="237744"/>
          </a:xfrm>
          <a:prstGeom prst="rect">
            <a:avLst/>
          </a:prstGeom>
          <a:noFill/>
          <a:ln/>
        </p:spPr>
        <p:txBody>
          <a:bodyPr wrap="square" lIns="0" tIns="0" rIns="0" bIns="0" rtlCol="0" anchor="ctr">
            <a:normAutofit/>
          </a:bodyPr>
          <a:lstStyle/>
          <a:p>
            <a:pPr algn="ctr" indent="0" marL="0">
              <a:buNone/>
            </a:pPr>
            <a:r>
              <a:rPr lang="fr-FR" altLang="en-US" sz="930" b="1" dirty="0">
                <a:solidFill>
                  <a:srgbClr val="FFFFFF"/>
                </a:solidFill>
                <a:latin typeface="Arial" pitchFamily="34" charset="0"/>
                <a:ea typeface="Arial" pitchFamily="34" charset="-122"/>
                <a:cs typeface="Arial" pitchFamily="34" charset="-120"/>
              </a:rPr>
              <a:t>07</a:t>
            </a:r>
            <a:endParaRPr lang="fr-FR" sz="930" dirty="0"/>
          </a:p>
        </p:txBody>
      </p:sp>
      <p:sp>
        <p:nvSpPr>
          <p:cNvPr id="19" name="Text 17"/>
          <p:cNvSpPr/>
          <p:nvPr/>
        </p:nvSpPr>
        <p:spPr>
          <a:xfrm>
            <a:off x="6922389" y="2007108"/>
            <a:ext cx="276987" cy="237744"/>
          </a:xfrm>
          <a:prstGeom prst="rect">
            <a:avLst/>
          </a:prstGeom>
          <a:noFill/>
          <a:ln/>
        </p:spPr>
        <p:txBody>
          <a:bodyPr wrap="square" lIns="0" tIns="0" rIns="0" bIns="0" rtlCol="0" anchor="ctr">
            <a:normAutofit/>
          </a:bodyPr>
          <a:lstStyle/>
          <a:p>
            <a:pPr algn="ctr" indent="0" marL="0">
              <a:buNone/>
            </a:pPr>
            <a:r>
              <a:rPr lang="fr-FR" altLang="en-US" sz="930" b="1" dirty="0">
                <a:solidFill>
                  <a:srgbClr val="FFFFFF"/>
                </a:solidFill>
                <a:latin typeface="Arial" pitchFamily="34" charset="0"/>
                <a:ea typeface="Arial" pitchFamily="34" charset="-122"/>
                <a:cs typeface="Arial" pitchFamily="34" charset="-120"/>
              </a:rPr>
              <a:t>08</a:t>
            </a:r>
            <a:endParaRPr lang="fr-FR" sz="930" dirty="0"/>
          </a:p>
        </p:txBody>
      </p:sp>
      <p:sp>
        <p:nvSpPr>
          <p:cNvPr id="20" name="Text 18"/>
          <p:cNvSpPr/>
          <p:nvPr/>
        </p:nvSpPr>
        <p:spPr>
          <a:xfrm>
            <a:off x="7199376" y="2007108"/>
            <a:ext cx="276987" cy="237744"/>
          </a:xfrm>
          <a:prstGeom prst="rect">
            <a:avLst/>
          </a:prstGeom>
          <a:noFill/>
          <a:ln/>
        </p:spPr>
        <p:txBody>
          <a:bodyPr wrap="square" lIns="0" tIns="0" rIns="0" bIns="0" rtlCol="0" anchor="ctr">
            <a:normAutofit/>
          </a:bodyPr>
          <a:lstStyle/>
          <a:p>
            <a:pPr algn="ctr" indent="0" marL="0">
              <a:buNone/>
            </a:pPr>
            <a:r>
              <a:rPr lang="fr-FR" altLang="en-US" sz="930" b="1" dirty="0">
                <a:solidFill>
                  <a:srgbClr val="FFFFFF"/>
                </a:solidFill>
                <a:latin typeface="Arial" pitchFamily="34" charset="0"/>
                <a:ea typeface="Arial" pitchFamily="34" charset="-122"/>
                <a:cs typeface="Arial" pitchFamily="34" charset="-120"/>
              </a:rPr>
              <a:t>09</a:t>
            </a:r>
            <a:endParaRPr lang="fr-FR" sz="930" dirty="0"/>
          </a:p>
        </p:txBody>
      </p:sp>
      <p:sp>
        <p:nvSpPr>
          <p:cNvPr id="21" name="Text 19"/>
          <p:cNvSpPr/>
          <p:nvPr/>
        </p:nvSpPr>
        <p:spPr>
          <a:xfrm>
            <a:off x="7476363" y="2007108"/>
            <a:ext cx="276987" cy="237744"/>
          </a:xfrm>
          <a:prstGeom prst="rect">
            <a:avLst/>
          </a:prstGeom>
          <a:noFill/>
          <a:ln/>
        </p:spPr>
        <p:txBody>
          <a:bodyPr wrap="square" lIns="0" tIns="0" rIns="0" bIns="0" rtlCol="0" anchor="ctr">
            <a:normAutofit/>
          </a:bodyPr>
          <a:lstStyle/>
          <a:p>
            <a:pPr algn="ctr" indent="0" marL="0">
              <a:buNone/>
            </a:pPr>
            <a:r>
              <a:rPr lang="fr-FR" altLang="en-US" sz="930" b="1" dirty="0">
                <a:solidFill>
                  <a:srgbClr val="FFFFFF"/>
                </a:solidFill>
                <a:latin typeface="Arial" pitchFamily="34" charset="0"/>
                <a:ea typeface="Arial" pitchFamily="34" charset="-122"/>
                <a:cs typeface="Arial" pitchFamily="34" charset="-120"/>
              </a:rPr>
              <a:t>10</a:t>
            </a:r>
            <a:endParaRPr lang="fr-FR" sz="930" dirty="0"/>
          </a:p>
        </p:txBody>
      </p:sp>
      <p:sp>
        <p:nvSpPr>
          <p:cNvPr id="22" name="Text 20"/>
          <p:cNvSpPr/>
          <p:nvPr/>
        </p:nvSpPr>
        <p:spPr>
          <a:xfrm>
            <a:off x="7753350" y="2007108"/>
            <a:ext cx="276987" cy="237744"/>
          </a:xfrm>
          <a:prstGeom prst="rect">
            <a:avLst/>
          </a:prstGeom>
          <a:noFill/>
          <a:ln/>
        </p:spPr>
        <p:txBody>
          <a:bodyPr wrap="square" lIns="0" tIns="0" rIns="0" bIns="0" rtlCol="0" anchor="ctr">
            <a:normAutofit/>
          </a:bodyPr>
          <a:lstStyle/>
          <a:p>
            <a:pPr algn="ctr" indent="0" marL="0">
              <a:buNone/>
            </a:pPr>
            <a:r>
              <a:rPr lang="fr-FR" altLang="en-US" sz="930" b="1" dirty="0">
                <a:solidFill>
                  <a:srgbClr val="FFFFFF"/>
                </a:solidFill>
                <a:latin typeface="Arial" pitchFamily="34" charset="0"/>
                <a:ea typeface="Arial" pitchFamily="34" charset="-122"/>
                <a:cs typeface="Arial" pitchFamily="34" charset="-120"/>
              </a:rPr>
              <a:t>11</a:t>
            </a:r>
            <a:endParaRPr lang="fr-FR" sz="930" dirty="0"/>
          </a:p>
        </p:txBody>
      </p:sp>
      <p:sp>
        <p:nvSpPr>
          <p:cNvPr id="23" name="Text 21"/>
          <p:cNvSpPr/>
          <p:nvPr/>
        </p:nvSpPr>
        <p:spPr>
          <a:xfrm>
            <a:off x="8030337" y="2007108"/>
            <a:ext cx="276987" cy="237744"/>
          </a:xfrm>
          <a:prstGeom prst="rect">
            <a:avLst/>
          </a:prstGeom>
          <a:noFill/>
          <a:ln/>
        </p:spPr>
        <p:txBody>
          <a:bodyPr wrap="square" lIns="0" tIns="0" rIns="0" bIns="0" rtlCol="0" anchor="ctr">
            <a:normAutofit/>
          </a:bodyPr>
          <a:lstStyle/>
          <a:p>
            <a:pPr algn="ctr" indent="0" marL="0">
              <a:buNone/>
            </a:pPr>
            <a:r>
              <a:rPr lang="fr-FR" altLang="en-US" sz="930" b="1" dirty="0">
                <a:solidFill>
                  <a:srgbClr val="FFFFFF"/>
                </a:solidFill>
                <a:latin typeface="Arial" pitchFamily="34" charset="0"/>
                <a:ea typeface="Arial" pitchFamily="34" charset="-122"/>
                <a:cs typeface="Arial" pitchFamily="34" charset="-120"/>
              </a:rPr>
              <a:t>12</a:t>
            </a:r>
            <a:endParaRPr lang="fr-FR" sz="930" dirty="0"/>
          </a:p>
        </p:txBody>
      </p:sp>
      <p:sp>
        <p:nvSpPr>
          <p:cNvPr id="24" name="Text 22"/>
          <p:cNvSpPr/>
          <p:nvPr/>
        </p:nvSpPr>
        <p:spPr>
          <a:xfrm>
            <a:off x="8307324" y="2007108"/>
            <a:ext cx="276987" cy="237744"/>
          </a:xfrm>
          <a:prstGeom prst="rect">
            <a:avLst/>
          </a:prstGeom>
          <a:noFill/>
          <a:ln/>
        </p:spPr>
        <p:txBody>
          <a:bodyPr wrap="square" lIns="0" tIns="0" rIns="0" bIns="0" rtlCol="0" anchor="ctr">
            <a:normAutofit/>
          </a:bodyPr>
          <a:lstStyle/>
          <a:p>
            <a:pPr algn="ctr" indent="0" marL="0">
              <a:buNone/>
            </a:pPr>
            <a:r>
              <a:rPr lang="fr-FR" altLang="en-US" sz="930" b="1" dirty="0">
                <a:solidFill>
                  <a:srgbClr val="FFFFFF"/>
                </a:solidFill>
                <a:latin typeface="Arial" pitchFamily="34" charset="0"/>
                <a:ea typeface="Arial" pitchFamily="34" charset="-122"/>
                <a:cs typeface="Arial" pitchFamily="34" charset="-120"/>
              </a:rPr>
              <a:t>13</a:t>
            </a:r>
            <a:endParaRPr lang="fr-FR" sz="930" dirty="0"/>
          </a:p>
        </p:txBody>
      </p:sp>
      <p:sp>
        <p:nvSpPr>
          <p:cNvPr id="25" name="Text 23"/>
          <p:cNvSpPr/>
          <p:nvPr/>
        </p:nvSpPr>
        <p:spPr>
          <a:xfrm>
            <a:off x="8584311" y="2007108"/>
            <a:ext cx="276987" cy="237744"/>
          </a:xfrm>
          <a:prstGeom prst="rect">
            <a:avLst/>
          </a:prstGeom>
          <a:noFill/>
          <a:ln/>
        </p:spPr>
        <p:txBody>
          <a:bodyPr wrap="square" lIns="0" tIns="0" rIns="0" bIns="0" rtlCol="0" anchor="ctr">
            <a:normAutofit/>
          </a:bodyPr>
          <a:lstStyle/>
          <a:p>
            <a:pPr algn="ctr" indent="0" marL="0">
              <a:buNone/>
            </a:pPr>
            <a:r>
              <a:rPr lang="fr-FR" altLang="en-US" sz="930" b="1" dirty="0">
                <a:solidFill>
                  <a:srgbClr val="FFFFFF"/>
                </a:solidFill>
                <a:latin typeface="Arial" pitchFamily="34" charset="0"/>
                <a:ea typeface="Arial" pitchFamily="34" charset="-122"/>
                <a:cs typeface="Arial" pitchFamily="34" charset="-120"/>
              </a:rPr>
              <a:t>14</a:t>
            </a:r>
            <a:endParaRPr lang="fr-FR" sz="930" dirty="0"/>
          </a:p>
        </p:txBody>
      </p:sp>
      <p:sp>
        <p:nvSpPr>
          <p:cNvPr id="26" name="Text 24"/>
          <p:cNvSpPr/>
          <p:nvPr/>
        </p:nvSpPr>
        <p:spPr>
          <a:xfrm>
            <a:off x="8861298" y="2007108"/>
            <a:ext cx="276987" cy="237744"/>
          </a:xfrm>
          <a:prstGeom prst="rect">
            <a:avLst/>
          </a:prstGeom>
          <a:noFill/>
          <a:ln/>
        </p:spPr>
        <p:txBody>
          <a:bodyPr wrap="square" lIns="0" tIns="0" rIns="0" bIns="0" rtlCol="0" anchor="ctr">
            <a:normAutofit/>
          </a:bodyPr>
          <a:lstStyle/>
          <a:p>
            <a:pPr algn="ctr" indent="0" marL="0">
              <a:buNone/>
            </a:pPr>
            <a:r>
              <a:rPr lang="fr-FR" altLang="en-US" sz="930" b="1" dirty="0">
                <a:solidFill>
                  <a:srgbClr val="FFFFFF"/>
                </a:solidFill>
                <a:latin typeface="Arial" pitchFamily="34" charset="0"/>
                <a:ea typeface="Arial" pitchFamily="34" charset="-122"/>
                <a:cs typeface="Arial" pitchFamily="34" charset="-120"/>
              </a:rPr>
              <a:t>15</a:t>
            </a:r>
            <a:endParaRPr lang="fr-FR" sz="930" dirty="0"/>
          </a:p>
        </p:txBody>
      </p:sp>
      <p:sp>
        <p:nvSpPr>
          <p:cNvPr id="27" name="Text 25"/>
          <p:cNvSpPr/>
          <p:nvPr/>
        </p:nvSpPr>
        <p:spPr>
          <a:xfrm>
            <a:off x="9138285" y="2007108"/>
            <a:ext cx="276987" cy="237744"/>
          </a:xfrm>
          <a:prstGeom prst="rect">
            <a:avLst/>
          </a:prstGeom>
          <a:noFill/>
          <a:ln/>
        </p:spPr>
        <p:txBody>
          <a:bodyPr wrap="square" lIns="0" tIns="0" rIns="0" bIns="0" rtlCol="0" anchor="ctr">
            <a:normAutofit/>
          </a:bodyPr>
          <a:lstStyle/>
          <a:p>
            <a:pPr algn="ctr" indent="0" marL="0">
              <a:buNone/>
            </a:pPr>
            <a:r>
              <a:rPr lang="fr-FR" altLang="en-US" sz="930" b="1" dirty="0">
                <a:solidFill>
                  <a:srgbClr val="FFFFFF"/>
                </a:solidFill>
                <a:latin typeface="Arial" pitchFamily="34" charset="0"/>
                <a:ea typeface="Arial" pitchFamily="34" charset="-122"/>
                <a:cs typeface="Arial" pitchFamily="34" charset="-120"/>
              </a:rPr>
              <a:t>16</a:t>
            </a:r>
            <a:endParaRPr lang="fr-FR" sz="930" dirty="0"/>
          </a:p>
        </p:txBody>
      </p:sp>
      <p:sp>
        <p:nvSpPr>
          <p:cNvPr id="28" name="Text 26"/>
          <p:cNvSpPr/>
          <p:nvPr/>
        </p:nvSpPr>
        <p:spPr>
          <a:xfrm>
            <a:off x="9415272" y="2007108"/>
            <a:ext cx="276987" cy="237744"/>
          </a:xfrm>
          <a:prstGeom prst="rect">
            <a:avLst/>
          </a:prstGeom>
          <a:noFill/>
          <a:ln/>
        </p:spPr>
        <p:txBody>
          <a:bodyPr wrap="square" lIns="0" tIns="0" rIns="0" bIns="0" rtlCol="0" anchor="ctr">
            <a:normAutofit/>
          </a:bodyPr>
          <a:lstStyle/>
          <a:p>
            <a:pPr algn="ctr" indent="0" marL="0">
              <a:buNone/>
            </a:pPr>
            <a:r>
              <a:rPr lang="fr-FR" altLang="en-US" sz="930" b="1" dirty="0">
                <a:solidFill>
                  <a:srgbClr val="FFFFFF"/>
                </a:solidFill>
                <a:latin typeface="Arial" pitchFamily="34" charset="0"/>
                <a:ea typeface="Arial" pitchFamily="34" charset="-122"/>
                <a:cs typeface="Arial" pitchFamily="34" charset="-120"/>
              </a:rPr>
              <a:t>17</a:t>
            </a:r>
            <a:endParaRPr lang="fr-FR" sz="930" dirty="0"/>
          </a:p>
        </p:txBody>
      </p:sp>
      <p:sp>
        <p:nvSpPr>
          <p:cNvPr id="29" name="Text 27"/>
          <p:cNvSpPr/>
          <p:nvPr/>
        </p:nvSpPr>
        <p:spPr>
          <a:xfrm>
            <a:off x="9692259" y="2007108"/>
            <a:ext cx="276987" cy="237744"/>
          </a:xfrm>
          <a:prstGeom prst="rect">
            <a:avLst/>
          </a:prstGeom>
          <a:noFill/>
          <a:ln/>
        </p:spPr>
        <p:txBody>
          <a:bodyPr wrap="square" lIns="0" tIns="0" rIns="0" bIns="0" rtlCol="0" anchor="ctr">
            <a:normAutofit/>
          </a:bodyPr>
          <a:lstStyle/>
          <a:p>
            <a:pPr algn="ctr" indent="0" marL="0">
              <a:buNone/>
            </a:pPr>
            <a:r>
              <a:rPr lang="fr-FR" altLang="en-US" sz="930" b="1" dirty="0">
                <a:solidFill>
                  <a:srgbClr val="FFFFFF"/>
                </a:solidFill>
                <a:latin typeface="Arial" pitchFamily="34" charset="0"/>
                <a:ea typeface="Arial" pitchFamily="34" charset="-122"/>
                <a:cs typeface="Arial" pitchFamily="34" charset="-120"/>
              </a:rPr>
              <a:t>18</a:t>
            </a:r>
            <a:endParaRPr lang="fr-FR" sz="930" dirty="0"/>
          </a:p>
        </p:txBody>
      </p:sp>
      <p:sp>
        <p:nvSpPr>
          <p:cNvPr id="30" name="Text 28"/>
          <p:cNvSpPr/>
          <p:nvPr/>
        </p:nvSpPr>
        <p:spPr>
          <a:xfrm>
            <a:off x="9969246" y="2007108"/>
            <a:ext cx="276987" cy="237744"/>
          </a:xfrm>
          <a:prstGeom prst="rect">
            <a:avLst/>
          </a:prstGeom>
          <a:noFill/>
          <a:ln/>
        </p:spPr>
        <p:txBody>
          <a:bodyPr wrap="square" lIns="0" tIns="0" rIns="0" bIns="0" rtlCol="0" anchor="ctr">
            <a:normAutofit/>
          </a:bodyPr>
          <a:lstStyle/>
          <a:p>
            <a:pPr algn="ctr" indent="0" marL="0">
              <a:buNone/>
            </a:pPr>
            <a:r>
              <a:rPr lang="fr-FR" altLang="en-US" sz="930" b="1" dirty="0">
                <a:solidFill>
                  <a:srgbClr val="FFFFFF"/>
                </a:solidFill>
                <a:latin typeface="Arial" pitchFamily="34" charset="0"/>
                <a:ea typeface="Arial" pitchFamily="34" charset="-122"/>
                <a:cs typeface="Arial" pitchFamily="34" charset="-120"/>
              </a:rPr>
              <a:t>19</a:t>
            </a:r>
            <a:endParaRPr lang="fr-FR" sz="930" dirty="0"/>
          </a:p>
        </p:txBody>
      </p:sp>
      <p:sp>
        <p:nvSpPr>
          <p:cNvPr id="31" name="Text 29"/>
          <p:cNvSpPr/>
          <p:nvPr/>
        </p:nvSpPr>
        <p:spPr>
          <a:xfrm>
            <a:off x="10246233" y="2007108"/>
            <a:ext cx="276987" cy="237744"/>
          </a:xfrm>
          <a:prstGeom prst="rect">
            <a:avLst/>
          </a:prstGeom>
          <a:noFill/>
          <a:ln/>
        </p:spPr>
        <p:txBody>
          <a:bodyPr wrap="square" lIns="0" tIns="0" rIns="0" bIns="0" rtlCol="0" anchor="ctr">
            <a:normAutofit/>
          </a:bodyPr>
          <a:lstStyle/>
          <a:p>
            <a:pPr algn="ctr" indent="0" marL="0">
              <a:buNone/>
            </a:pPr>
            <a:r>
              <a:rPr lang="fr-FR" altLang="en-US" sz="930" b="1" dirty="0">
                <a:solidFill>
                  <a:srgbClr val="FFFFFF"/>
                </a:solidFill>
                <a:latin typeface="Arial" pitchFamily="34" charset="0"/>
                <a:ea typeface="Arial" pitchFamily="34" charset="-122"/>
                <a:cs typeface="Arial" pitchFamily="34" charset="-120"/>
              </a:rPr>
              <a:t>20</a:t>
            </a:r>
            <a:endParaRPr lang="fr-FR" sz="930" dirty="0"/>
          </a:p>
        </p:txBody>
      </p:sp>
      <p:sp>
        <p:nvSpPr>
          <p:cNvPr id="32" name="Text 30"/>
          <p:cNvSpPr/>
          <p:nvPr/>
        </p:nvSpPr>
        <p:spPr>
          <a:xfrm>
            <a:off x="10523220" y="2007108"/>
            <a:ext cx="276987" cy="237744"/>
          </a:xfrm>
          <a:prstGeom prst="rect">
            <a:avLst/>
          </a:prstGeom>
          <a:noFill/>
          <a:ln/>
        </p:spPr>
        <p:txBody>
          <a:bodyPr wrap="square" lIns="0" tIns="0" rIns="0" bIns="0" rtlCol="0" anchor="ctr">
            <a:normAutofit/>
          </a:bodyPr>
          <a:lstStyle/>
          <a:p>
            <a:pPr algn="ctr" indent="0" marL="0">
              <a:buNone/>
            </a:pPr>
            <a:r>
              <a:rPr lang="fr-FR" altLang="en-US" sz="930" b="1" dirty="0">
                <a:solidFill>
                  <a:srgbClr val="FFFFFF"/>
                </a:solidFill>
                <a:latin typeface="Arial" pitchFamily="34" charset="0"/>
                <a:ea typeface="Arial" pitchFamily="34" charset="-122"/>
                <a:cs typeface="Arial" pitchFamily="34" charset="-120"/>
              </a:rPr>
              <a:t>21</a:t>
            </a:r>
            <a:endParaRPr lang="fr-FR" sz="930" dirty="0"/>
          </a:p>
        </p:txBody>
      </p:sp>
      <p:sp>
        <p:nvSpPr>
          <p:cNvPr id="33" name="Text 31"/>
          <p:cNvSpPr/>
          <p:nvPr/>
        </p:nvSpPr>
        <p:spPr>
          <a:xfrm>
            <a:off x="10800207" y="2007108"/>
            <a:ext cx="276987" cy="237744"/>
          </a:xfrm>
          <a:prstGeom prst="rect">
            <a:avLst/>
          </a:prstGeom>
          <a:noFill/>
          <a:ln/>
        </p:spPr>
        <p:txBody>
          <a:bodyPr wrap="square" lIns="0" tIns="0" rIns="0" bIns="0" rtlCol="0" anchor="ctr">
            <a:normAutofit/>
          </a:bodyPr>
          <a:lstStyle/>
          <a:p>
            <a:pPr algn="ctr" indent="0" marL="0">
              <a:buNone/>
            </a:pPr>
            <a:r>
              <a:rPr lang="fr-FR" altLang="en-US" sz="930" b="1" dirty="0">
                <a:solidFill>
                  <a:srgbClr val="FFFFFF"/>
                </a:solidFill>
                <a:latin typeface="Arial" pitchFamily="34" charset="0"/>
                <a:ea typeface="Arial" pitchFamily="34" charset="-122"/>
                <a:cs typeface="Arial" pitchFamily="34" charset="-120"/>
              </a:rPr>
              <a:t>22</a:t>
            </a:r>
            <a:endParaRPr lang="fr-FR" sz="930" dirty="0"/>
          </a:p>
        </p:txBody>
      </p:sp>
      <p:sp>
        <p:nvSpPr>
          <p:cNvPr id="34" name="Text 32"/>
          <p:cNvSpPr/>
          <p:nvPr/>
        </p:nvSpPr>
        <p:spPr>
          <a:xfrm>
            <a:off x="11077194" y="2007108"/>
            <a:ext cx="276987" cy="237744"/>
          </a:xfrm>
          <a:prstGeom prst="rect">
            <a:avLst/>
          </a:prstGeom>
          <a:noFill/>
          <a:ln/>
        </p:spPr>
        <p:txBody>
          <a:bodyPr wrap="square" lIns="0" tIns="0" rIns="0" bIns="0" rtlCol="0" anchor="ctr">
            <a:normAutofit/>
          </a:bodyPr>
          <a:lstStyle/>
          <a:p>
            <a:pPr algn="ctr" indent="0" marL="0">
              <a:buNone/>
            </a:pPr>
            <a:r>
              <a:rPr lang="fr-FR" altLang="en-US" sz="930" b="1" dirty="0">
                <a:solidFill>
                  <a:srgbClr val="FFFFFF"/>
                </a:solidFill>
                <a:latin typeface="Arial" pitchFamily="34" charset="0"/>
                <a:ea typeface="Arial" pitchFamily="34" charset="-122"/>
                <a:cs typeface="Arial" pitchFamily="34" charset="-120"/>
              </a:rPr>
              <a:t>23</a:t>
            </a:r>
            <a:endParaRPr lang="fr-FR" sz="930" dirty="0"/>
          </a:p>
        </p:txBody>
      </p:sp>
      <p:sp>
        <p:nvSpPr>
          <p:cNvPr id="35" name="Text 33"/>
          <p:cNvSpPr/>
          <p:nvPr/>
        </p:nvSpPr>
        <p:spPr>
          <a:xfrm>
            <a:off x="11354181" y="2007108"/>
            <a:ext cx="276987" cy="237744"/>
          </a:xfrm>
          <a:prstGeom prst="rect">
            <a:avLst/>
          </a:prstGeom>
          <a:noFill/>
          <a:ln/>
        </p:spPr>
        <p:txBody>
          <a:bodyPr wrap="square" lIns="0" tIns="0" rIns="0" bIns="0" rtlCol="0" anchor="ctr">
            <a:normAutofit/>
          </a:bodyPr>
          <a:lstStyle/>
          <a:p>
            <a:pPr algn="ctr" indent="0" marL="0">
              <a:buNone/>
            </a:pPr>
            <a:r>
              <a:rPr lang="fr-FR" altLang="en-US" sz="930" b="1" dirty="0">
                <a:solidFill>
                  <a:srgbClr val="FFFFFF"/>
                </a:solidFill>
                <a:latin typeface="Arial" pitchFamily="34" charset="0"/>
                <a:ea typeface="Arial" pitchFamily="34" charset="-122"/>
                <a:cs typeface="Arial" pitchFamily="34" charset="-120"/>
              </a:rPr>
              <a:t>24</a:t>
            </a:r>
            <a:endParaRPr lang="fr-FR" sz="930" dirty="0"/>
          </a:p>
        </p:txBody>
      </p:sp>
      <p:sp>
        <p:nvSpPr>
          <p:cNvPr id="36" name="Shape 34"/>
          <p:cNvSpPr/>
          <p:nvPr/>
        </p:nvSpPr>
        <p:spPr>
          <a:xfrm>
            <a:off x="548640" y="2267712"/>
            <a:ext cx="11082528" cy="257861"/>
          </a:xfrm>
          <a:prstGeom prst="rect">
            <a:avLst/>
          </a:prstGeom>
          <a:solidFill>
            <a:srgbClr val="FFFFFF"/>
          </a:solidFill>
          <a:ln w="5080">
            <a:solidFill>
              <a:srgbClr val="DCE2E6"/>
            </a:solidFill>
            <a:prstDash val="solid"/>
          </a:ln>
        </p:spPr>
      </p:sp>
      <p:sp>
        <p:nvSpPr>
          <p:cNvPr id="37" name="Text 35"/>
          <p:cNvSpPr/>
          <p:nvPr/>
        </p:nvSpPr>
        <p:spPr>
          <a:xfrm>
            <a:off x="630936" y="2290572"/>
            <a:ext cx="3355848" cy="212141"/>
          </a:xfrm>
          <a:prstGeom prst="rect">
            <a:avLst/>
          </a:prstGeom>
          <a:noFill/>
          <a:ln/>
        </p:spPr>
        <p:txBody>
          <a:bodyPr wrap="square" lIns="0" tIns="0" rIns="0" bIns="0" rtlCol="0" anchor="ctr">
            <a:normAutofit/>
          </a:bodyPr>
          <a:lstStyle/>
          <a:p>
            <a:pPr algn="l" indent="0" marL="0">
              <a:buNone/>
            </a:pPr>
            <a:r>
              <a:rPr lang="fr-FR" altLang="en-US" sz="1240" dirty="0">
                <a:solidFill>
                  <a:srgbClr val="203847"/>
                </a:solidFill>
                <a:latin typeface="Arial" pitchFamily="34" charset="0"/>
                <a:ea typeface="Arial" pitchFamily="34" charset="-122"/>
                <a:cs typeface="Arial" pitchFamily="34" charset="-120"/>
              </a:rPr>
              <a:t>01  Cadrage et lancement</a:t>
            </a:r>
            <a:endParaRPr lang="fr-FR" sz="1240" dirty="0"/>
          </a:p>
        </p:txBody>
      </p:sp>
      <p:sp>
        <p:nvSpPr>
          <p:cNvPr id="38" name="Text 36"/>
          <p:cNvSpPr/>
          <p:nvPr/>
        </p:nvSpPr>
        <p:spPr>
          <a:xfrm>
            <a:off x="4050792" y="2290572"/>
            <a:ext cx="905256" cy="212141"/>
          </a:xfrm>
          <a:prstGeom prst="rect">
            <a:avLst/>
          </a:prstGeom>
          <a:noFill/>
          <a:ln/>
        </p:spPr>
        <p:txBody>
          <a:bodyPr wrap="square" lIns="0" tIns="0" rIns="0" bIns="0" rtlCol="0" anchor="ctr">
            <a:normAutofit/>
          </a:bodyPr>
          <a:lstStyle/>
          <a:p>
            <a:pPr algn="ctr" indent="0" marL="0">
              <a:buNone/>
            </a:pPr>
            <a:r>
              <a:rPr lang="fr-FR" altLang="en-US" sz="1050" dirty="0">
                <a:solidFill>
                  <a:srgbClr val="203847"/>
                </a:solidFill>
                <a:latin typeface="Arial" pitchFamily="34" charset="0"/>
                <a:ea typeface="Arial" pitchFamily="34" charset="-122"/>
                <a:cs typeface="Arial" pitchFamily="34" charset="-120"/>
              </a:rPr>
              <a:t>CP</a:t>
            </a:r>
            <a:endParaRPr lang="fr-FR" sz="1050" dirty="0"/>
          </a:p>
        </p:txBody>
      </p:sp>
      <p:sp>
        <p:nvSpPr>
          <p:cNvPr id="39" name="Shape 37"/>
          <p:cNvSpPr/>
          <p:nvPr/>
        </p:nvSpPr>
        <p:spPr>
          <a:xfrm>
            <a:off x="4983480" y="2267712"/>
            <a:ext cx="276987" cy="257861"/>
          </a:xfrm>
          <a:prstGeom prst="rect">
            <a:avLst/>
          </a:prstGeom>
          <a:solidFill>
            <a:srgbClr val="203847"/>
          </a:solidFill>
          <a:ln w="5080">
            <a:solidFill>
              <a:srgbClr val="FFFFFF"/>
            </a:solidFill>
            <a:prstDash val="solid"/>
          </a:ln>
        </p:spPr>
      </p:sp>
      <p:sp>
        <p:nvSpPr>
          <p:cNvPr id="40" name="Text 38"/>
          <p:cNvSpPr/>
          <p:nvPr/>
        </p:nvSpPr>
        <p:spPr>
          <a:xfrm>
            <a:off x="4983480" y="2295144"/>
            <a:ext cx="276987" cy="202997"/>
          </a:xfrm>
          <a:prstGeom prst="rect">
            <a:avLst/>
          </a:prstGeom>
          <a:noFill/>
          <a:ln/>
        </p:spPr>
        <p:txBody>
          <a:bodyPr wrap="square" lIns="0" tIns="0" rIns="0" bIns="0" rtlCol="0" anchor="ctr">
            <a:normAutofit/>
          </a:bodyPr>
          <a:lstStyle/>
          <a:p>
            <a:pPr algn="ctr" indent="0" marL="0">
              <a:buNone/>
            </a:pPr>
            <a:r>
              <a:rPr lang="fr-FR" altLang="en-US" sz="920" dirty="0">
                <a:solidFill>
                  <a:srgbClr val="FFFFFF"/>
                </a:solidFill>
                <a:latin typeface="Arial" pitchFamily="34" charset="0"/>
                <a:ea typeface="Arial" pitchFamily="34" charset="-122"/>
                <a:cs typeface="Arial" pitchFamily="34" charset="-120"/>
              </a:rPr>
              <a:t>X</a:t>
            </a:r>
            <a:endParaRPr lang="fr-FR" sz="920" dirty="0"/>
          </a:p>
        </p:txBody>
      </p:sp>
      <p:sp>
        <p:nvSpPr>
          <p:cNvPr id="41" name="Shape 39"/>
          <p:cNvSpPr/>
          <p:nvPr/>
        </p:nvSpPr>
        <p:spPr>
          <a:xfrm>
            <a:off x="5260467" y="2267712"/>
            <a:ext cx="276987" cy="257861"/>
          </a:xfrm>
          <a:prstGeom prst="rect">
            <a:avLst/>
          </a:prstGeom>
          <a:solidFill>
            <a:srgbClr val="203847"/>
          </a:solidFill>
          <a:ln w="5080">
            <a:solidFill>
              <a:srgbClr val="FFFFFF"/>
            </a:solidFill>
            <a:prstDash val="solid"/>
          </a:ln>
        </p:spPr>
      </p:sp>
      <p:sp>
        <p:nvSpPr>
          <p:cNvPr id="42" name="Text 40"/>
          <p:cNvSpPr/>
          <p:nvPr/>
        </p:nvSpPr>
        <p:spPr>
          <a:xfrm>
            <a:off x="5260467" y="2295144"/>
            <a:ext cx="276987" cy="202997"/>
          </a:xfrm>
          <a:prstGeom prst="rect">
            <a:avLst/>
          </a:prstGeom>
          <a:noFill/>
          <a:ln/>
        </p:spPr>
        <p:txBody>
          <a:bodyPr wrap="square" lIns="0" tIns="0" rIns="0" bIns="0" rtlCol="0" anchor="ctr">
            <a:normAutofit/>
          </a:bodyPr>
          <a:lstStyle/>
          <a:p>
            <a:pPr algn="ctr" indent="0" marL="0">
              <a:buNone/>
            </a:pPr>
            <a:r>
              <a:rPr lang="fr-FR" altLang="en-US" sz="920" dirty="0">
                <a:solidFill>
                  <a:srgbClr val="FFFFFF"/>
                </a:solidFill>
                <a:latin typeface="Arial" pitchFamily="34" charset="0"/>
                <a:ea typeface="Arial" pitchFamily="34" charset="-122"/>
                <a:cs typeface="Arial" pitchFamily="34" charset="-120"/>
              </a:rPr>
              <a:t>X</a:t>
            </a:r>
            <a:endParaRPr lang="fr-FR" sz="920" dirty="0"/>
          </a:p>
        </p:txBody>
      </p:sp>
      <p:sp>
        <p:nvSpPr>
          <p:cNvPr id="43" name="Shape 41"/>
          <p:cNvSpPr/>
          <p:nvPr/>
        </p:nvSpPr>
        <p:spPr>
          <a:xfrm>
            <a:off x="5537454" y="2267712"/>
            <a:ext cx="276987" cy="257861"/>
          </a:xfrm>
          <a:prstGeom prst="rect">
            <a:avLst/>
          </a:prstGeom>
          <a:solidFill>
            <a:srgbClr val="F0F3F5"/>
          </a:solidFill>
          <a:ln w="5080">
            <a:solidFill>
              <a:srgbClr val="F0F3F5"/>
            </a:solidFill>
            <a:prstDash val="solid"/>
          </a:ln>
        </p:spPr>
      </p:sp>
      <p:sp>
        <p:nvSpPr>
          <p:cNvPr id="44" name="Shape 42"/>
          <p:cNvSpPr/>
          <p:nvPr/>
        </p:nvSpPr>
        <p:spPr>
          <a:xfrm>
            <a:off x="5814441" y="2267712"/>
            <a:ext cx="276987" cy="257861"/>
          </a:xfrm>
          <a:prstGeom prst="rect">
            <a:avLst/>
          </a:prstGeom>
          <a:solidFill>
            <a:srgbClr val="F0F3F5"/>
          </a:solidFill>
          <a:ln w="5080">
            <a:solidFill>
              <a:srgbClr val="F0F3F5"/>
            </a:solidFill>
            <a:prstDash val="solid"/>
          </a:ln>
        </p:spPr>
      </p:sp>
      <p:sp>
        <p:nvSpPr>
          <p:cNvPr id="45" name="Shape 43"/>
          <p:cNvSpPr/>
          <p:nvPr/>
        </p:nvSpPr>
        <p:spPr>
          <a:xfrm>
            <a:off x="7199376" y="2267712"/>
            <a:ext cx="276987" cy="257861"/>
          </a:xfrm>
          <a:prstGeom prst="rect">
            <a:avLst/>
          </a:prstGeom>
          <a:solidFill>
            <a:srgbClr val="F0F3F5"/>
          </a:solidFill>
          <a:ln w="5080">
            <a:solidFill>
              <a:srgbClr val="F0F3F5"/>
            </a:solidFill>
            <a:prstDash val="solid"/>
          </a:ln>
        </p:spPr>
      </p:sp>
      <p:sp>
        <p:nvSpPr>
          <p:cNvPr id="46" name="Shape 44"/>
          <p:cNvSpPr/>
          <p:nvPr/>
        </p:nvSpPr>
        <p:spPr>
          <a:xfrm>
            <a:off x="7476363" y="2267712"/>
            <a:ext cx="276987" cy="257861"/>
          </a:xfrm>
          <a:prstGeom prst="rect">
            <a:avLst/>
          </a:prstGeom>
          <a:solidFill>
            <a:srgbClr val="F0F3F5"/>
          </a:solidFill>
          <a:ln w="5080">
            <a:solidFill>
              <a:srgbClr val="F0F3F5"/>
            </a:solidFill>
            <a:prstDash val="solid"/>
          </a:ln>
        </p:spPr>
      </p:sp>
      <p:sp>
        <p:nvSpPr>
          <p:cNvPr id="47" name="Shape 45"/>
          <p:cNvSpPr/>
          <p:nvPr/>
        </p:nvSpPr>
        <p:spPr>
          <a:xfrm>
            <a:off x="7753350" y="2267712"/>
            <a:ext cx="276987" cy="257861"/>
          </a:xfrm>
          <a:prstGeom prst="rect">
            <a:avLst/>
          </a:prstGeom>
          <a:solidFill>
            <a:srgbClr val="F0F3F5"/>
          </a:solidFill>
          <a:ln w="5080">
            <a:solidFill>
              <a:srgbClr val="F0F3F5"/>
            </a:solidFill>
            <a:prstDash val="solid"/>
          </a:ln>
        </p:spPr>
      </p:sp>
      <p:sp>
        <p:nvSpPr>
          <p:cNvPr id="48" name="Shape 46"/>
          <p:cNvSpPr/>
          <p:nvPr/>
        </p:nvSpPr>
        <p:spPr>
          <a:xfrm>
            <a:off x="8030337" y="2267712"/>
            <a:ext cx="276987" cy="257861"/>
          </a:xfrm>
          <a:prstGeom prst="rect">
            <a:avLst/>
          </a:prstGeom>
          <a:solidFill>
            <a:srgbClr val="F0F3F5"/>
          </a:solidFill>
          <a:ln w="5080">
            <a:solidFill>
              <a:srgbClr val="F0F3F5"/>
            </a:solidFill>
            <a:prstDash val="solid"/>
          </a:ln>
        </p:spPr>
      </p:sp>
      <p:sp>
        <p:nvSpPr>
          <p:cNvPr id="49" name="Shape 47"/>
          <p:cNvSpPr/>
          <p:nvPr/>
        </p:nvSpPr>
        <p:spPr>
          <a:xfrm>
            <a:off x="9415272" y="2267712"/>
            <a:ext cx="276987" cy="257861"/>
          </a:xfrm>
          <a:prstGeom prst="rect">
            <a:avLst/>
          </a:prstGeom>
          <a:solidFill>
            <a:srgbClr val="F0F3F5"/>
          </a:solidFill>
          <a:ln w="5080">
            <a:solidFill>
              <a:srgbClr val="F0F3F5"/>
            </a:solidFill>
            <a:prstDash val="solid"/>
          </a:ln>
        </p:spPr>
      </p:sp>
      <p:sp>
        <p:nvSpPr>
          <p:cNvPr id="50" name="Shape 48"/>
          <p:cNvSpPr/>
          <p:nvPr/>
        </p:nvSpPr>
        <p:spPr>
          <a:xfrm>
            <a:off x="9692259" y="2267712"/>
            <a:ext cx="276987" cy="257861"/>
          </a:xfrm>
          <a:prstGeom prst="rect">
            <a:avLst/>
          </a:prstGeom>
          <a:solidFill>
            <a:srgbClr val="F0F3F5"/>
          </a:solidFill>
          <a:ln w="5080">
            <a:solidFill>
              <a:srgbClr val="F0F3F5"/>
            </a:solidFill>
            <a:prstDash val="solid"/>
          </a:ln>
        </p:spPr>
      </p:sp>
      <p:sp>
        <p:nvSpPr>
          <p:cNvPr id="51" name="Shape 49"/>
          <p:cNvSpPr/>
          <p:nvPr/>
        </p:nvSpPr>
        <p:spPr>
          <a:xfrm>
            <a:off x="9969246" y="2267712"/>
            <a:ext cx="276987" cy="257861"/>
          </a:xfrm>
          <a:prstGeom prst="rect">
            <a:avLst/>
          </a:prstGeom>
          <a:solidFill>
            <a:srgbClr val="F0F3F5"/>
          </a:solidFill>
          <a:ln w="5080">
            <a:solidFill>
              <a:srgbClr val="F0F3F5"/>
            </a:solidFill>
            <a:prstDash val="solid"/>
          </a:ln>
        </p:spPr>
      </p:sp>
      <p:sp>
        <p:nvSpPr>
          <p:cNvPr id="52" name="Shape 50"/>
          <p:cNvSpPr/>
          <p:nvPr/>
        </p:nvSpPr>
        <p:spPr>
          <a:xfrm>
            <a:off x="10246233" y="2267712"/>
            <a:ext cx="276987" cy="257861"/>
          </a:xfrm>
          <a:prstGeom prst="rect">
            <a:avLst/>
          </a:prstGeom>
          <a:solidFill>
            <a:srgbClr val="F0F3F5"/>
          </a:solidFill>
          <a:ln w="5080">
            <a:solidFill>
              <a:srgbClr val="F0F3F5"/>
            </a:solidFill>
            <a:prstDash val="solid"/>
          </a:ln>
        </p:spPr>
      </p:sp>
      <p:sp>
        <p:nvSpPr>
          <p:cNvPr id="53" name="Shape 51"/>
          <p:cNvSpPr/>
          <p:nvPr/>
        </p:nvSpPr>
        <p:spPr>
          <a:xfrm>
            <a:off x="548640" y="2525573"/>
            <a:ext cx="11082528" cy="257861"/>
          </a:xfrm>
          <a:prstGeom prst="rect">
            <a:avLst/>
          </a:prstGeom>
          <a:solidFill>
            <a:srgbClr val="F0F3F5"/>
          </a:solidFill>
          <a:ln w="5080">
            <a:solidFill>
              <a:srgbClr val="DCE2E6"/>
            </a:solidFill>
            <a:prstDash val="solid"/>
          </a:ln>
        </p:spPr>
      </p:sp>
      <p:sp>
        <p:nvSpPr>
          <p:cNvPr id="54" name="Text 52"/>
          <p:cNvSpPr/>
          <p:nvPr/>
        </p:nvSpPr>
        <p:spPr>
          <a:xfrm>
            <a:off x="630936" y="2548433"/>
            <a:ext cx="3355848" cy="212141"/>
          </a:xfrm>
          <a:prstGeom prst="rect">
            <a:avLst/>
          </a:prstGeom>
          <a:noFill/>
          <a:ln/>
        </p:spPr>
        <p:txBody>
          <a:bodyPr wrap="square" lIns="0" tIns="0" rIns="0" bIns="0" rtlCol="0" anchor="ctr">
            <a:normAutofit/>
          </a:bodyPr>
          <a:lstStyle/>
          <a:p>
            <a:pPr algn="l" indent="0" marL="0">
              <a:buNone/>
            </a:pPr>
            <a:r>
              <a:rPr lang="fr-FR" altLang="en-US" sz="1240" dirty="0">
                <a:solidFill>
                  <a:srgbClr val="203847"/>
                </a:solidFill>
                <a:latin typeface="Arial" pitchFamily="34" charset="0"/>
                <a:ea typeface="Arial" pitchFamily="34" charset="-122"/>
                <a:cs typeface="Arial" pitchFamily="34" charset="-120"/>
              </a:rPr>
              <a:t>02  Accord API et cadre contractuel</a:t>
            </a:r>
            <a:endParaRPr lang="fr-FR" sz="1240" dirty="0"/>
          </a:p>
        </p:txBody>
      </p:sp>
      <p:sp>
        <p:nvSpPr>
          <p:cNvPr id="55" name="Text 53"/>
          <p:cNvSpPr/>
          <p:nvPr/>
        </p:nvSpPr>
        <p:spPr>
          <a:xfrm>
            <a:off x="4050792" y="2548433"/>
            <a:ext cx="905256" cy="212141"/>
          </a:xfrm>
          <a:prstGeom prst="rect">
            <a:avLst/>
          </a:prstGeom>
          <a:noFill/>
          <a:ln/>
        </p:spPr>
        <p:txBody>
          <a:bodyPr wrap="square" lIns="0" tIns="0" rIns="0" bIns="0" rtlCol="0" anchor="ctr">
            <a:normAutofit/>
          </a:bodyPr>
          <a:lstStyle/>
          <a:p>
            <a:pPr algn="ctr" indent="0" marL="0">
              <a:buNone/>
            </a:pPr>
            <a:r>
              <a:rPr lang="fr-FR" altLang="en-US" sz="1050" dirty="0">
                <a:solidFill>
                  <a:srgbClr val="203847"/>
                </a:solidFill>
                <a:latin typeface="Arial" pitchFamily="34" charset="0"/>
                <a:ea typeface="Arial" pitchFamily="34" charset="-122"/>
                <a:cs typeface="Arial" pitchFamily="34" charset="-120"/>
              </a:rPr>
              <a:t>CP / CLI</a:t>
            </a:r>
            <a:endParaRPr lang="fr-FR" sz="1050" dirty="0"/>
          </a:p>
        </p:txBody>
      </p:sp>
      <p:sp>
        <p:nvSpPr>
          <p:cNvPr id="56" name="Shape 54"/>
          <p:cNvSpPr/>
          <p:nvPr/>
        </p:nvSpPr>
        <p:spPr>
          <a:xfrm>
            <a:off x="4983480" y="2525573"/>
            <a:ext cx="276987" cy="257861"/>
          </a:xfrm>
          <a:prstGeom prst="rect">
            <a:avLst/>
          </a:prstGeom>
          <a:solidFill>
            <a:srgbClr val="203847"/>
          </a:solidFill>
          <a:ln w="5080">
            <a:solidFill>
              <a:srgbClr val="FFFFFF"/>
            </a:solidFill>
            <a:prstDash val="solid"/>
          </a:ln>
        </p:spPr>
      </p:sp>
      <p:sp>
        <p:nvSpPr>
          <p:cNvPr id="57" name="Text 55"/>
          <p:cNvSpPr/>
          <p:nvPr/>
        </p:nvSpPr>
        <p:spPr>
          <a:xfrm>
            <a:off x="4983480" y="2553005"/>
            <a:ext cx="276987" cy="202997"/>
          </a:xfrm>
          <a:prstGeom prst="rect">
            <a:avLst/>
          </a:prstGeom>
          <a:noFill/>
          <a:ln/>
        </p:spPr>
        <p:txBody>
          <a:bodyPr wrap="square" lIns="0" tIns="0" rIns="0" bIns="0" rtlCol="0" anchor="ctr">
            <a:normAutofit/>
          </a:bodyPr>
          <a:lstStyle/>
          <a:p>
            <a:pPr algn="ctr" indent="0" marL="0">
              <a:buNone/>
            </a:pPr>
            <a:r>
              <a:rPr lang="fr-FR" altLang="en-US" sz="920" dirty="0">
                <a:solidFill>
                  <a:srgbClr val="FFFFFF"/>
                </a:solidFill>
                <a:latin typeface="Arial" pitchFamily="34" charset="0"/>
                <a:ea typeface="Arial" pitchFamily="34" charset="-122"/>
                <a:cs typeface="Arial" pitchFamily="34" charset="-120"/>
              </a:rPr>
              <a:t>X</a:t>
            </a:r>
            <a:endParaRPr lang="fr-FR" sz="920" dirty="0"/>
          </a:p>
        </p:txBody>
      </p:sp>
      <p:sp>
        <p:nvSpPr>
          <p:cNvPr id="58" name="Shape 56"/>
          <p:cNvSpPr/>
          <p:nvPr/>
        </p:nvSpPr>
        <p:spPr>
          <a:xfrm>
            <a:off x="5260467" y="2525573"/>
            <a:ext cx="276987" cy="257861"/>
          </a:xfrm>
          <a:prstGeom prst="rect">
            <a:avLst/>
          </a:prstGeom>
          <a:solidFill>
            <a:srgbClr val="203847"/>
          </a:solidFill>
          <a:ln w="5080">
            <a:solidFill>
              <a:srgbClr val="FFFFFF"/>
            </a:solidFill>
            <a:prstDash val="solid"/>
          </a:ln>
        </p:spPr>
      </p:sp>
      <p:sp>
        <p:nvSpPr>
          <p:cNvPr id="59" name="Text 57"/>
          <p:cNvSpPr/>
          <p:nvPr/>
        </p:nvSpPr>
        <p:spPr>
          <a:xfrm>
            <a:off x="5260467" y="2553005"/>
            <a:ext cx="276987" cy="202997"/>
          </a:xfrm>
          <a:prstGeom prst="rect">
            <a:avLst/>
          </a:prstGeom>
          <a:noFill/>
          <a:ln/>
        </p:spPr>
        <p:txBody>
          <a:bodyPr wrap="square" lIns="0" tIns="0" rIns="0" bIns="0" rtlCol="0" anchor="ctr">
            <a:normAutofit/>
          </a:bodyPr>
          <a:lstStyle/>
          <a:p>
            <a:pPr algn="ctr" indent="0" marL="0">
              <a:buNone/>
            </a:pPr>
            <a:r>
              <a:rPr lang="fr-FR" altLang="en-US" sz="920" dirty="0">
                <a:solidFill>
                  <a:srgbClr val="FFFFFF"/>
                </a:solidFill>
                <a:latin typeface="Arial" pitchFamily="34" charset="0"/>
                <a:ea typeface="Arial" pitchFamily="34" charset="-122"/>
                <a:cs typeface="Arial" pitchFamily="34" charset="-120"/>
              </a:rPr>
              <a:t>X</a:t>
            </a:r>
            <a:endParaRPr lang="fr-FR" sz="920" dirty="0"/>
          </a:p>
        </p:txBody>
      </p:sp>
      <p:sp>
        <p:nvSpPr>
          <p:cNvPr id="60" name="Shape 58"/>
          <p:cNvSpPr/>
          <p:nvPr/>
        </p:nvSpPr>
        <p:spPr>
          <a:xfrm>
            <a:off x="5537454" y="2525573"/>
            <a:ext cx="276987" cy="257861"/>
          </a:xfrm>
          <a:prstGeom prst="rect">
            <a:avLst/>
          </a:prstGeom>
          <a:solidFill>
            <a:srgbClr val="203847"/>
          </a:solidFill>
          <a:ln w="5080">
            <a:solidFill>
              <a:srgbClr val="FFFFFF"/>
            </a:solidFill>
            <a:prstDash val="solid"/>
          </a:ln>
        </p:spPr>
      </p:sp>
      <p:sp>
        <p:nvSpPr>
          <p:cNvPr id="61" name="Text 59"/>
          <p:cNvSpPr/>
          <p:nvPr/>
        </p:nvSpPr>
        <p:spPr>
          <a:xfrm>
            <a:off x="5537454" y="2553005"/>
            <a:ext cx="276987" cy="202997"/>
          </a:xfrm>
          <a:prstGeom prst="rect">
            <a:avLst/>
          </a:prstGeom>
          <a:noFill/>
          <a:ln/>
        </p:spPr>
        <p:txBody>
          <a:bodyPr wrap="square" lIns="0" tIns="0" rIns="0" bIns="0" rtlCol="0" anchor="ctr">
            <a:normAutofit/>
          </a:bodyPr>
          <a:lstStyle/>
          <a:p>
            <a:pPr algn="ctr" indent="0" marL="0">
              <a:buNone/>
            </a:pPr>
            <a:r>
              <a:rPr lang="fr-FR" altLang="en-US" sz="920" dirty="0">
                <a:solidFill>
                  <a:srgbClr val="FFFFFF"/>
                </a:solidFill>
                <a:latin typeface="Arial" pitchFamily="34" charset="0"/>
                <a:ea typeface="Arial" pitchFamily="34" charset="-122"/>
                <a:cs typeface="Arial" pitchFamily="34" charset="-120"/>
              </a:rPr>
              <a:t>X</a:t>
            </a:r>
            <a:endParaRPr lang="fr-FR" sz="920" dirty="0"/>
          </a:p>
        </p:txBody>
      </p:sp>
      <p:sp>
        <p:nvSpPr>
          <p:cNvPr id="62" name="Shape 60"/>
          <p:cNvSpPr/>
          <p:nvPr/>
        </p:nvSpPr>
        <p:spPr>
          <a:xfrm>
            <a:off x="5814441" y="2525573"/>
            <a:ext cx="276987" cy="257861"/>
          </a:xfrm>
          <a:prstGeom prst="rect">
            <a:avLst/>
          </a:prstGeom>
          <a:solidFill>
            <a:srgbClr val="203847"/>
          </a:solidFill>
          <a:ln w="5080">
            <a:solidFill>
              <a:srgbClr val="FFFFFF"/>
            </a:solidFill>
            <a:prstDash val="solid"/>
          </a:ln>
        </p:spPr>
      </p:sp>
      <p:sp>
        <p:nvSpPr>
          <p:cNvPr id="63" name="Text 61"/>
          <p:cNvSpPr/>
          <p:nvPr/>
        </p:nvSpPr>
        <p:spPr>
          <a:xfrm>
            <a:off x="5814441" y="2553005"/>
            <a:ext cx="276987" cy="202997"/>
          </a:xfrm>
          <a:prstGeom prst="rect">
            <a:avLst/>
          </a:prstGeom>
          <a:noFill/>
          <a:ln/>
        </p:spPr>
        <p:txBody>
          <a:bodyPr wrap="square" lIns="0" tIns="0" rIns="0" bIns="0" rtlCol="0" anchor="ctr">
            <a:normAutofit/>
          </a:bodyPr>
          <a:lstStyle/>
          <a:p>
            <a:pPr algn="ctr" indent="0" marL="0">
              <a:buNone/>
            </a:pPr>
            <a:r>
              <a:rPr lang="fr-FR" altLang="en-US" sz="920" dirty="0">
                <a:solidFill>
                  <a:srgbClr val="FFFFFF"/>
                </a:solidFill>
                <a:latin typeface="Arial" pitchFamily="34" charset="0"/>
                <a:ea typeface="Arial" pitchFamily="34" charset="-122"/>
                <a:cs typeface="Arial" pitchFamily="34" charset="-120"/>
              </a:rPr>
              <a:t>X</a:t>
            </a:r>
            <a:endParaRPr lang="fr-FR" sz="920" dirty="0"/>
          </a:p>
        </p:txBody>
      </p:sp>
      <p:sp>
        <p:nvSpPr>
          <p:cNvPr id="64" name="Shape 62"/>
          <p:cNvSpPr/>
          <p:nvPr/>
        </p:nvSpPr>
        <p:spPr>
          <a:xfrm>
            <a:off x="7199376" y="2525573"/>
            <a:ext cx="276987" cy="257861"/>
          </a:xfrm>
          <a:prstGeom prst="rect">
            <a:avLst/>
          </a:prstGeom>
          <a:solidFill>
            <a:srgbClr val="F0F3F5"/>
          </a:solidFill>
          <a:ln w="5080">
            <a:solidFill>
              <a:srgbClr val="F0F3F5"/>
            </a:solidFill>
            <a:prstDash val="solid"/>
          </a:ln>
        </p:spPr>
      </p:sp>
      <p:sp>
        <p:nvSpPr>
          <p:cNvPr id="65" name="Shape 63"/>
          <p:cNvSpPr/>
          <p:nvPr/>
        </p:nvSpPr>
        <p:spPr>
          <a:xfrm>
            <a:off x="7476363" y="2525573"/>
            <a:ext cx="276987" cy="257861"/>
          </a:xfrm>
          <a:prstGeom prst="rect">
            <a:avLst/>
          </a:prstGeom>
          <a:solidFill>
            <a:srgbClr val="F0F3F5"/>
          </a:solidFill>
          <a:ln w="5080">
            <a:solidFill>
              <a:srgbClr val="F0F3F5"/>
            </a:solidFill>
            <a:prstDash val="solid"/>
          </a:ln>
        </p:spPr>
      </p:sp>
      <p:sp>
        <p:nvSpPr>
          <p:cNvPr id="66" name="Shape 64"/>
          <p:cNvSpPr/>
          <p:nvPr/>
        </p:nvSpPr>
        <p:spPr>
          <a:xfrm>
            <a:off x="7753350" y="2525573"/>
            <a:ext cx="276987" cy="257861"/>
          </a:xfrm>
          <a:prstGeom prst="rect">
            <a:avLst/>
          </a:prstGeom>
          <a:solidFill>
            <a:srgbClr val="F0F3F5"/>
          </a:solidFill>
          <a:ln w="5080">
            <a:solidFill>
              <a:srgbClr val="F0F3F5"/>
            </a:solidFill>
            <a:prstDash val="solid"/>
          </a:ln>
        </p:spPr>
      </p:sp>
      <p:sp>
        <p:nvSpPr>
          <p:cNvPr id="67" name="Shape 65"/>
          <p:cNvSpPr/>
          <p:nvPr/>
        </p:nvSpPr>
        <p:spPr>
          <a:xfrm>
            <a:off x="8030337" y="2525573"/>
            <a:ext cx="276987" cy="257861"/>
          </a:xfrm>
          <a:prstGeom prst="rect">
            <a:avLst/>
          </a:prstGeom>
          <a:solidFill>
            <a:srgbClr val="F0F3F5"/>
          </a:solidFill>
          <a:ln w="5080">
            <a:solidFill>
              <a:srgbClr val="F0F3F5"/>
            </a:solidFill>
            <a:prstDash val="solid"/>
          </a:ln>
        </p:spPr>
      </p:sp>
      <p:sp>
        <p:nvSpPr>
          <p:cNvPr id="68" name="Shape 66"/>
          <p:cNvSpPr/>
          <p:nvPr/>
        </p:nvSpPr>
        <p:spPr>
          <a:xfrm>
            <a:off x="9415272" y="2525573"/>
            <a:ext cx="276987" cy="257861"/>
          </a:xfrm>
          <a:prstGeom prst="rect">
            <a:avLst/>
          </a:prstGeom>
          <a:solidFill>
            <a:srgbClr val="F0F3F5"/>
          </a:solidFill>
          <a:ln w="5080">
            <a:solidFill>
              <a:srgbClr val="F0F3F5"/>
            </a:solidFill>
            <a:prstDash val="solid"/>
          </a:ln>
        </p:spPr>
      </p:sp>
      <p:sp>
        <p:nvSpPr>
          <p:cNvPr id="69" name="Shape 67"/>
          <p:cNvSpPr/>
          <p:nvPr/>
        </p:nvSpPr>
        <p:spPr>
          <a:xfrm>
            <a:off x="9692259" y="2525573"/>
            <a:ext cx="276987" cy="257861"/>
          </a:xfrm>
          <a:prstGeom prst="rect">
            <a:avLst/>
          </a:prstGeom>
          <a:solidFill>
            <a:srgbClr val="F0F3F5"/>
          </a:solidFill>
          <a:ln w="5080">
            <a:solidFill>
              <a:srgbClr val="F0F3F5"/>
            </a:solidFill>
            <a:prstDash val="solid"/>
          </a:ln>
        </p:spPr>
      </p:sp>
      <p:sp>
        <p:nvSpPr>
          <p:cNvPr id="70" name="Shape 68"/>
          <p:cNvSpPr/>
          <p:nvPr/>
        </p:nvSpPr>
        <p:spPr>
          <a:xfrm>
            <a:off x="9969246" y="2525573"/>
            <a:ext cx="276987" cy="257861"/>
          </a:xfrm>
          <a:prstGeom prst="rect">
            <a:avLst/>
          </a:prstGeom>
          <a:solidFill>
            <a:srgbClr val="F0F3F5"/>
          </a:solidFill>
          <a:ln w="5080">
            <a:solidFill>
              <a:srgbClr val="F0F3F5"/>
            </a:solidFill>
            <a:prstDash val="solid"/>
          </a:ln>
        </p:spPr>
      </p:sp>
      <p:sp>
        <p:nvSpPr>
          <p:cNvPr id="71" name="Shape 69"/>
          <p:cNvSpPr/>
          <p:nvPr/>
        </p:nvSpPr>
        <p:spPr>
          <a:xfrm>
            <a:off x="10246233" y="2525573"/>
            <a:ext cx="276987" cy="257861"/>
          </a:xfrm>
          <a:prstGeom prst="rect">
            <a:avLst/>
          </a:prstGeom>
          <a:solidFill>
            <a:srgbClr val="F0F3F5"/>
          </a:solidFill>
          <a:ln w="5080">
            <a:solidFill>
              <a:srgbClr val="F0F3F5"/>
            </a:solidFill>
            <a:prstDash val="solid"/>
          </a:ln>
        </p:spPr>
      </p:sp>
      <p:sp>
        <p:nvSpPr>
          <p:cNvPr id="72" name="Shape 70"/>
          <p:cNvSpPr/>
          <p:nvPr/>
        </p:nvSpPr>
        <p:spPr>
          <a:xfrm>
            <a:off x="548640" y="2783434"/>
            <a:ext cx="11082528" cy="257861"/>
          </a:xfrm>
          <a:prstGeom prst="rect">
            <a:avLst/>
          </a:prstGeom>
          <a:solidFill>
            <a:srgbClr val="FFFFFF"/>
          </a:solidFill>
          <a:ln w="5080">
            <a:solidFill>
              <a:srgbClr val="DCE2E6"/>
            </a:solidFill>
            <a:prstDash val="solid"/>
          </a:ln>
        </p:spPr>
      </p:sp>
      <p:sp>
        <p:nvSpPr>
          <p:cNvPr id="73" name="Text 71"/>
          <p:cNvSpPr/>
          <p:nvPr/>
        </p:nvSpPr>
        <p:spPr>
          <a:xfrm>
            <a:off x="630936" y="2806294"/>
            <a:ext cx="3355848" cy="212141"/>
          </a:xfrm>
          <a:prstGeom prst="rect">
            <a:avLst/>
          </a:prstGeom>
          <a:noFill/>
          <a:ln/>
        </p:spPr>
        <p:txBody>
          <a:bodyPr wrap="square" lIns="0" tIns="0" rIns="0" bIns="0" rtlCol="0" anchor="ctr">
            <a:normAutofit/>
          </a:bodyPr>
          <a:lstStyle/>
          <a:p>
            <a:pPr algn="l" indent="0" marL="0">
              <a:buNone/>
            </a:pPr>
            <a:r>
              <a:rPr lang="fr-FR" altLang="en-US" sz="1240" dirty="0">
                <a:solidFill>
                  <a:srgbClr val="203847"/>
                </a:solidFill>
                <a:latin typeface="Arial" pitchFamily="34" charset="0"/>
                <a:ea typeface="Arial" pitchFamily="34" charset="-122"/>
                <a:cs typeface="Arial" pitchFamily="34" charset="-120"/>
              </a:rPr>
              <a:t>03  Exigences et RGPD-01</a:t>
            </a:r>
            <a:endParaRPr lang="fr-FR" sz="1240" dirty="0"/>
          </a:p>
        </p:txBody>
      </p:sp>
      <p:sp>
        <p:nvSpPr>
          <p:cNvPr id="74" name="Text 72"/>
          <p:cNvSpPr/>
          <p:nvPr/>
        </p:nvSpPr>
        <p:spPr>
          <a:xfrm>
            <a:off x="4050792" y="2806294"/>
            <a:ext cx="905256" cy="212141"/>
          </a:xfrm>
          <a:prstGeom prst="rect">
            <a:avLst/>
          </a:prstGeom>
          <a:noFill/>
          <a:ln/>
        </p:spPr>
        <p:txBody>
          <a:bodyPr wrap="square" lIns="0" tIns="0" rIns="0" bIns="0" rtlCol="0" anchor="ctr">
            <a:normAutofit/>
          </a:bodyPr>
          <a:lstStyle/>
          <a:p>
            <a:pPr algn="ctr" indent="0" marL="0">
              <a:buNone/>
            </a:pPr>
            <a:r>
              <a:rPr lang="fr-FR" altLang="en-US" sz="1050" dirty="0">
                <a:solidFill>
                  <a:srgbClr val="203847"/>
                </a:solidFill>
                <a:latin typeface="Arial" pitchFamily="34" charset="0"/>
                <a:ea typeface="Arial" pitchFamily="34" charset="-122"/>
                <a:cs typeface="Arial" pitchFamily="34" charset="-120"/>
              </a:rPr>
              <a:t>CP / DPO</a:t>
            </a:r>
            <a:endParaRPr lang="fr-FR" sz="1050" dirty="0"/>
          </a:p>
        </p:txBody>
      </p:sp>
      <p:sp>
        <p:nvSpPr>
          <p:cNvPr id="75" name="Shape 73"/>
          <p:cNvSpPr/>
          <p:nvPr/>
        </p:nvSpPr>
        <p:spPr>
          <a:xfrm>
            <a:off x="4983480" y="2783434"/>
            <a:ext cx="276987" cy="257861"/>
          </a:xfrm>
          <a:prstGeom prst="rect">
            <a:avLst/>
          </a:prstGeom>
          <a:solidFill>
            <a:srgbClr val="F0F3F5"/>
          </a:solidFill>
          <a:ln w="5080">
            <a:solidFill>
              <a:srgbClr val="F0F3F5"/>
            </a:solidFill>
            <a:prstDash val="solid"/>
          </a:ln>
        </p:spPr>
      </p:sp>
      <p:sp>
        <p:nvSpPr>
          <p:cNvPr id="76" name="Shape 74"/>
          <p:cNvSpPr/>
          <p:nvPr/>
        </p:nvSpPr>
        <p:spPr>
          <a:xfrm>
            <a:off x="5260467" y="2783434"/>
            <a:ext cx="276987" cy="257861"/>
          </a:xfrm>
          <a:prstGeom prst="rect">
            <a:avLst/>
          </a:prstGeom>
          <a:solidFill>
            <a:srgbClr val="F0F3F5"/>
          </a:solidFill>
          <a:ln w="5080">
            <a:solidFill>
              <a:srgbClr val="F0F3F5"/>
            </a:solidFill>
            <a:prstDash val="solid"/>
          </a:ln>
        </p:spPr>
      </p:sp>
      <p:sp>
        <p:nvSpPr>
          <p:cNvPr id="77" name="Shape 75"/>
          <p:cNvSpPr/>
          <p:nvPr/>
        </p:nvSpPr>
        <p:spPr>
          <a:xfrm>
            <a:off x="5537454" y="2783434"/>
            <a:ext cx="276987" cy="257861"/>
          </a:xfrm>
          <a:prstGeom prst="rect">
            <a:avLst/>
          </a:prstGeom>
          <a:solidFill>
            <a:srgbClr val="203847"/>
          </a:solidFill>
          <a:ln w="5080">
            <a:solidFill>
              <a:srgbClr val="FFFFFF"/>
            </a:solidFill>
            <a:prstDash val="solid"/>
          </a:ln>
        </p:spPr>
      </p:sp>
      <p:sp>
        <p:nvSpPr>
          <p:cNvPr id="78" name="Text 76"/>
          <p:cNvSpPr/>
          <p:nvPr/>
        </p:nvSpPr>
        <p:spPr>
          <a:xfrm>
            <a:off x="5537454" y="2810866"/>
            <a:ext cx="276987" cy="202997"/>
          </a:xfrm>
          <a:prstGeom prst="rect">
            <a:avLst/>
          </a:prstGeom>
          <a:noFill/>
          <a:ln/>
        </p:spPr>
        <p:txBody>
          <a:bodyPr wrap="square" lIns="0" tIns="0" rIns="0" bIns="0" rtlCol="0" anchor="ctr">
            <a:normAutofit/>
          </a:bodyPr>
          <a:lstStyle/>
          <a:p>
            <a:pPr algn="ctr" indent="0" marL="0">
              <a:buNone/>
            </a:pPr>
            <a:r>
              <a:rPr lang="fr-FR" altLang="en-US" sz="920" dirty="0">
                <a:solidFill>
                  <a:srgbClr val="FFFFFF"/>
                </a:solidFill>
                <a:latin typeface="Arial" pitchFamily="34" charset="0"/>
                <a:ea typeface="Arial" pitchFamily="34" charset="-122"/>
                <a:cs typeface="Arial" pitchFamily="34" charset="-120"/>
              </a:rPr>
              <a:t>X</a:t>
            </a:r>
            <a:endParaRPr lang="fr-FR" sz="920" dirty="0"/>
          </a:p>
        </p:txBody>
      </p:sp>
      <p:sp>
        <p:nvSpPr>
          <p:cNvPr id="79" name="Shape 77"/>
          <p:cNvSpPr/>
          <p:nvPr/>
        </p:nvSpPr>
        <p:spPr>
          <a:xfrm>
            <a:off x="5814441" y="2783434"/>
            <a:ext cx="276987" cy="257861"/>
          </a:xfrm>
          <a:prstGeom prst="rect">
            <a:avLst/>
          </a:prstGeom>
          <a:solidFill>
            <a:srgbClr val="203847"/>
          </a:solidFill>
          <a:ln w="5080">
            <a:solidFill>
              <a:srgbClr val="FFFFFF"/>
            </a:solidFill>
            <a:prstDash val="solid"/>
          </a:ln>
        </p:spPr>
      </p:sp>
      <p:sp>
        <p:nvSpPr>
          <p:cNvPr id="80" name="Text 78"/>
          <p:cNvSpPr/>
          <p:nvPr/>
        </p:nvSpPr>
        <p:spPr>
          <a:xfrm>
            <a:off x="5814441" y="2810866"/>
            <a:ext cx="276987" cy="202997"/>
          </a:xfrm>
          <a:prstGeom prst="rect">
            <a:avLst/>
          </a:prstGeom>
          <a:noFill/>
          <a:ln/>
        </p:spPr>
        <p:txBody>
          <a:bodyPr wrap="square" lIns="0" tIns="0" rIns="0" bIns="0" rtlCol="0" anchor="ctr">
            <a:normAutofit/>
          </a:bodyPr>
          <a:lstStyle/>
          <a:p>
            <a:pPr algn="ctr" indent="0" marL="0">
              <a:buNone/>
            </a:pPr>
            <a:r>
              <a:rPr lang="fr-FR" altLang="en-US" sz="920" dirty="0">
                <a:solidFill>
                  <a:srgbClr val="FFFFFF"/>
                </a:solidFill>
                <a:latin typeface="Arial" pitchFamily="34" charset="0"/>
                <a:ea typeface="Arial" pitchFamily="34" charset="-122"/>
                <a:cs typeface="Arial" pitchFamily="34" charset="-120"/>
              </a:rPr>
              <a:t>X</a:t>
            </a:r>
            <a:endParaRPr lang="fr-FR" sz="920" dirty="0"/>
          </a:p>
        </p:txBody>
      </p:sp>
      <p:sp>
        <p:nvSpPr>
          <p:cNvPr id="81" name="Shape 79"/>
          <p:cNvSpPr/>
          <p:nvPr/>
        </p:nvSpPr>
        <p:spPr>
          <a:xfrm>
            <a:off x="7199376" y="2783434"/>
            <a:ext cx="276987" cy="257861"/>
          </a:xfrm>
          <a:prstGeom prst="rect">
            <a:avLst/>
          </a:prstGeom>
          <a:solidFill>
            <a:srgbClr val="F0F3F5"/>
          </a:solidFill>
          <a:ln w="5080">
            <a:solidFill>
              <a:srgbClr val="F0F3F5"/>
            </a:solidFill>
            <a:prstDash val="solid"/>
          </a:ln>
        </p:spPr>
      </p:sp>
      <p:sp>
        <p:nvSpPr>
          <p:cNvPr id="82" name="Shape 80"/>
          <p:cNvSpPr/>
          <p:nvPr/>
        </p:nvSpPr>
        <p:spPr>
          <a:xfrm>
            <a:off x="7476363" y="2783434"/>
            <a:ext cx="276987" cy="257861"/>
          </a:xfrm>
          <a:prstGeom prst="rect">
            <a:avLst/>
          </a:prstGeom>
          <a:solidFill>
            <a:srgbClr val="F0F3F5"/>
          </a:solidFill>
          <a:ln w="5080">
            <a:solidFill>
              <a:srgbClr val="F0F3F5"/>
            </a:solidFill>
            <a:prstDash val="solid"/>
          </a:ln>
        </p:spPr>
      </p:sp>
      <p:sp>
        <p:nvSpPr>
          <p:cNvPr id="83" name="Shape 81"/>
          <p:cNvSpPr/>
          <p:nvPr/>
        </p:nvSpPr>
        <p:spPr>
          <a:xfrm>
            <a:off x="7753350" y="2783434"/>
            <a:ext cx="276987" cy="257861"/>
          </a:xfrm>
          <a:prstGeom prst="rect">
            <a:avLst/>
          </a:prstGeom>
          <a:solidFill>
            <a:srgbClr val="F0F3F5"/>
          </a:solidFill>
          <a:ln w="5080">
            <a:solidFill>
              <a:srgbClr val="F0F3F5"/>
            </a:solidFill>
            <a:prstDash val="solid"/>
          </a:ln>
        </p:spPr>
      </p:sp>
      <p:sp>
        <p:nvSpPr>
          <p:cNvPr id="84" name="Shape 82"/>
          <p:cNvSpPr/>
          <p:nvPr/>
        </p:nvSpPr>
        <p:spPr>
          <a:xfrm>
            <a:off x="8030337" y="2783434"/>
            <a:ext cx="276987" cy="257861"/>
          </a:xfrm>
          <a:prstGeom prst="rect">
            <a:avLst/>
          </a:prstGeom>
          <a:solidFill>
            <a:srgbClr val="F0F3F5"/>
          </a:solidFill>
          <a:ln w="5080">
            <a:solidFill>
              <a:srgbClr val="F0F3F5"/>
            </a:solidFill>
            <a:prstDash val="solid"/>
          </a:ln>
        </p:spPr>
      </p:sp>
      <p:sp>
        <p:nvSpPr>
          <p:cNvPr id="85" name="Shape 83"/>
          <p:cNvSpPr/>
          <p:nvPr/>
        </p:nvSpPr>
        <p:spPr>
          <a:xfrm>
            <a:off x="9415272" y="2783434"/>
            <a:ext cx="276987" cy="257861"/>
          </a:xfrm>
          <a:prstGeom prst="rect">
            <a:avLst/>
          </a:prstGeom>
          <a:solidFill>
            <a:srgbClr val="F0F3F5"/>
          </a:solidFill>
          <a:ln w="5080">
            <a:solidFill>
              <a:srgbClr val="F0F3F5"/>
            </a:solidFill>
            <a:prstDash val="solid"/>
          </a:ln>
        </p:spPr>
      </p:sp>
      <p:sp>
        <p:nvSpPr>
          <p:cNvPr id="86" name="Shape 84"/>
          <p:cNvSpPr/>
          <p:nvPr/>
        </p:nvSpPr>
        <p:spPr>
          <a:xfrm>
            <a:off x="9692259" y="2783434"/>
            <a:ext cx="276987" cy="257861"/>
          </a:xfrm>
          <a:prstGeom prst="rect">
            <a:avLst/>
          </a:prstGeom>
          <a:solidFill>
            <a:srgbClr val="F0F3F5"/>
          </a:solidFill>
          <a:ln w="5080">
            <a:solidFill>
              <a:srgbClr val="F0F3F5"/>
            </a:solidFill>
            <a:prstDash val="solid"/>
          </a:ln>
        </p:spPr>
      </p:sp>
      <p:sp>
        <p:nvSpPr>
          <p:cNvPr id="87" name="Shape 85"/>
          <p:cNvSpPr/>
          <p:nvPr/>
        </p:nvSpPr>
        <p:spPr>
          <a:xfrm>
            <a:off x="9969246" y="2783434"/>
            <a:ext cx="276987" cy="257861"/>
          </a:xfrm>
          <a:prstGeom prst="rect">
            <a:avLst/>
          </a:prstGeom>
          <a:solidFill>
            <a:srgbClr val="F0F3F5"/>
          </a:solidFill>
          <a:ln w="5080">
            <a:solidFill>
              <a:srgbClr val="F0F3F5"/>
            </a:solidFill>
            <a:prstDash val="solid"/>
          </a:ln>
        </p:spPr>
      </p:sp>
      <p:sp>
        <p:nvSpPr>
          <p:cNvPr id="88" name="Shape 86"/>
          <p:cNvSpPr/>
          <p:nvPr/>
        </p:nvSpPr>
        <p:spPr>
          <a:xfrm>
            <a:off x="10246233" y="2783434"/>
            <a:ext cx="276987" cy="257861"/>
          </a:xfrm>
          <a:prstGeom prst="rect">
            <a:avLst/>
          </a:prstGeom>
          <a:solidFill>
            <a:srgbClr val="F0F3F5"/>
          </a:solidFill>
          <a:ln w="5080">
            <a:solidFill>
              <a:srgbClr val="F0F3F5"/>
            </a:solidFill>
            <a:prstDash val="solid"/>
          </a:ln>
        </p:spPr>
      </p:sp>
      <p:sp>
        <p:nvSpPr>
          <p:cNvPr id="89" name="Shape 87"/>
          <p:cNvSpPr/>
          <p:nvPr/>
        </p:nvSpPr>
        <p:spPr>
          <a:xfrm>
            <a:off x="548640" y="3041294"/>
            <a:ext cx="11082528" cy="257861"/>
          </a:xfrm>
          <a:prstGeom prst="rect">
            <a:avLst/>
          </a:prstGeom>
          <a:solidFill>
            <a:srgbClr val="F0F3F5"/>
          </a:solidFill>
          <a:ln w="5080">
            <a:solidFill>
              <a:srgbClr val="DCE2E6"/>
            </a:solidFill>
            <a:prstDash val="solid"/>
          </a:ln>
        </p:spPr>
      </p:sp>
      <p:sp>
        <p:nvSpPr>
          <p:cNvPr id="90" name="Text 88"/>
          <p:cNvSpPr/>
          <p:nvPr/>
        </p:nvSpPr>
        <p:spPr>
          <a:xfrm>
            <a:off x="630936" y="3064154"/>
            <a:ext cx="3355848" cy="212141"/>
          </a:xfrm>
          <a:prstGeom prst="rect">
            <a:avLst/>
          </a:prstGeom>
          <a:noFill/>
          <a:ln/>
        </p:spPr>
        <p:txBody>
          <a:bodyPr wrap="square" lIns="0" tIns="0" rIns="0" bIns="0" rtlCol="0" anchor="ctr">
            <a:normAutofit/>
          </a:bodyPr>
          <a:lstStyle/>
          <a:p>
            <a:pPr algn="l" indent="0" marL="0">
              <a:buNone/>
            </a:pPr>
            <a:r>
              <a:rPr lang="fr-FR" altLang="en-US" sz="1240" dirty="0">
                <a:solidFill>
                  <a:srgbClr val="203847"/>
                </a:solidFill>
                <a:latin typeface="Arial" pitchFamily="34" charset="0"/>
                <a:ea typeface="Arial" pitchFamily="34" charset="-122"/>
                <a:cs typeface="Arial" pitchFamily="34" charset="-120"/>
              </a:rPr>
              <a:t>04  Architecture et hébergement</a:t>
            </a:r>
            <a:endParaRPr lang="fr-FR" sz="1240" dirty="0"/>
          </a:p>
        </p:txBody>
      </p:sp>
      <p:sp>
        <p:nvSpPr>
          <p:cNvPr id="91" name="Text 89"/>
          <p:cNvSpPr/>
          <p:nvPr/>
        </p:nvSpPr>
        <p:spPr>
          <a:xfrm>
            <a:off x="4050792" y="3064154"/>
            <a:ext cx="905256" cy="212141"/>
          </a:xfrm>
          <a:prstGeom prst="rect">
            <a:avLst/>
          </a:prstGeom>
          <a:noFill/>
          <a:ln/>
        </p:spPr>
        <p:txBody>
          <a:bodyPr wrap="square" lIns="0" tIns="0" rIns="0" bIns="0" rtlCol="0" anchor="ctr">
            <a:normAutofit/>
          </a:bodyPr>
          <a:lstStyle/>
          <a:p>
            <a:pPr algn="ctr" indent="0" marL="0">
              <a:buNone/>
            </a:pPr>
            <a:r>
              <a:rPr lang="fr-FR" altLang="en-US" sz="1050" dirty="0">
                <a:solidFill>
                  <a:srgbClr val="203847"/>
                </a:solidFill>
                <a:latin typeface="Arial" pitchFamily="34" charset="0"/>
                <a:ea typeface="Arial" pitchFamily="34" charset="-122"/>
                <a:cs typeface="Arial" pitchFamily="34" charset="-120"/>
              </a:rPr>
              <a:t>RT</a:t>
            </a:r>
            <a:endParaRPr lang="fr-FR" sz="1050" dirty="0"/>
          </a:p>
        </p:txBody>
      </p:sp>
      <p:sp>
        <p:nvSpPr>
          <p:cNvPr id="92" name="Shape 90"/>
          <p:cNvSpPr/>
          <p:nvPr/>
        </p:nvSpPr>
        <p:spPr>
          <a:xfrm>
            <a:off x="4983480" y="3041294"/>
            <a:ext cx="276987" cy="257861"/>
          </a:xfrm>
          <a:prstGeom prst="rect">
            <a:avLst/>
          </a:prstGeom>
          <a:solidFill>
            <a:srgbClr val="F0F3F5"/>
          </a:solidFill>
          <a:ln w="5080">
            <a:solidFill>
              <a:srgbClr val="F0F3F5"/>
            </a:solidFill>
            <a:prstDash val="solid"/>
          </a:ln>
        </p:spPr>
      </p:sp>
      <p:sp>
        <p:nvSpPr>
          <p:cNvPr id="93" name="Shape 91"/>
          <p:cNvSpPr/>
          <p:nvPr/>
        </p:nvSpPr>
        <p:spPr>
          <a:xfrm>
            <a:off x="5260467" y="3041294"/>
            <a:ext cx="276987" cy="257861"/>
          </a:xfrm>
          <a:prstGeom prst="rect">
            <a:avLst/>
          </a:prstGeom>
          <a:solidFill>
            <a:srgbClr val="F0F3F5"/>
          </a:solidFill>
          <a:ln w="5080">
            <a:solidFill>
              <a:srgbClr val="F0F3F5"/>
            </a:solidFill>
            <a:prstDash val="solid"/>
          </a:ln>
        </p:spPr>
      </p:sp>
      <p:sp>
        <p:nvSpPr>
          <p:cNvPr id="94" name="Shape 92"/>
          <p:cNvSpPr/>
          <p:nvPr/>
        </p:nvSpPr>
        <p:spPr>
          <a:xfrm>
            <a:off x="5537454" y="3041294"/>
            <a:ext cx="276987" cy="257861"/>
          </a:xfrm>
          <a:prstGeom prst="rect">
            <a:avLst/>
          </a:prstGeom>
          <a:solidFill>
            <a:srgbClr val="F0F3F5"/>
          </a:solidFill>
          <a:ln w="5080">
            <a:solidFill>
              <a:srgbClr val="F0F3F5"/>
            </a:solidFill>
            <a:prstDash val="solid"/>
          </a:ln>
        </p:spPr>
      </p:sp>
      <p:sp>
        <p:nvSpPr>
          <p:cNvPr id="95" name="Shape 93"/>
          <p:cNvSpPr/>
          <p:nvPr/>
        </p:nvSpPr>
        <p:spPr>
          <a:xfrm>
            <a:off x="5814441" y="3041294"/>
            <a:ext cx="276987" cy="257861"/>
          </a:xfrm>
          <a:prstGeom prst="rect">
            <a:avLst/>
          </a:prstGeom>
          <a:solidFill>
            <a:srgbClr val="F0F3F5"/>
          </a:solidFill>
          <a:ln w="5080">
            <a:solidFill>
              <a:srgbClr val="F0F3F5"/>
            </a:solidFill>
            <a:prstDash val="solid"/>
          </a:ln>
        </p:spPr>
      </p:sp>
      <p:sp>
        <p:nvSpPr>
          <p:cNvPr id="96" name="Shape 94"/>
          <p:cNvSpPr/>
          <p:nvPr/>
        </p:nvSpPr>
        <p:spPr>
          <a:xfrm>
            <a:off x="6091428" y="3041294"/>
            <a:ext cx="276987" cy="257861"/>
          </a:xfrm>
          <a:prstGeom prst="rect">
            <a:avLst/>
          </a:prstGeom>
          <a:solidFill>
            <a:srgbClr val="203847"/>
          </a:solidFill>
          <a:ln w="5080">
            <a:solidFill>
              <a:srgbClr val="FFFFFF"/>
            </a:solidFill>
            <a:prstDash val="solid"/>
          </a:ln>
        </p:spPr>
      </p:sp>
      <p:sp>
        <p:nvSpPr>
          <p:cNvPr id="97" name="Text 95"/>
          <p:cNvSpPr/>
          <p:nvPr/>
        </p:nvSpPr>
        <p:spPr>
          <a:xfrm>
            <a:off x="6091428" y="3068726"/>
            <a:ext cx="276987" cy="202997"/>
          </a:xfrm>
          <a:prstGeom prst="rect">
            <a:avLst/>
          </a:prstGeom>
          <a:noFill/>
          <a:ln/>
        </p:spPr>
        <p:txBody>
          <a:bodyPr wrap="square" lIns="0" tIns="0" rIns="0" bIns="0" rtlCol="0" anchor="ctr">
            <a:normAutofit/>
          </a:bodyPr>
          <a:lstStyle/>
          <a:p>
            <a:pPr algn="ctr" indent="0" marL="0">
              <a:buNone/>
            </a:pPr>
            <a:r>
              <a:rPr lang="fr-FR" altLang="en-US" sz="920" dirty="0">
                <a:solidFill>
                  <a:srgbClr val="FFFFFF"/>
                </a:solidFill>
                <a:latin typeface="Arial" pitchFamily="34" charset="0"/>
                <a:ea typeface="Arial" pitchFamily="34" charset="-122"/>
                <a:cs typeface="Arial" pitchFamily="34" charset="-120"/>
              </a:rPr>
              <a:t>X</a:t>
            </a:r>
            <a:endParaRPr lang="fr-FR" sz="920" dirty="0"/>
          </a:p>
        </p:txBody>
      </p:sp>
      <p:sp>
        <p:nvSpPr>
          <p:cNvPr id="98" name="Shape 96"/>
          <p:cNvSpPr/>
          <p:nvPr/>
        </p:nvSpPr>
        <p:spPr>
          <a:xfrm>
            <a:off x="6368415" y="3041294"/>
            <a:ext cx="276987" cy="257861"/>
          </a:xfrm>
          <a:prstGeom prst="rect">
            <a:avLst/>
          </a:prstGeom>
          <a:solidFill>
            <a:srgbClr val="203847"/>
          </a:solidFill>
          <a:ln w="5080">
            <a:solidFill>
              <a:srgbClr val="FFFFFF"/>
            </a:solidFill>
            <a:prstDash val="solid"/>
          </a:ln>
        </p:spPr>
      </p:sp>
      <p:sp>
        <p:nvSpPr>
          <p:cNvPr id="99" name="Text 97"/>
          <p:cNvSpPr/>
          <p:nvPr/>
        </p:nvSpPr>
        <p:spPr>
          <a:xfrm>
            <a:off x="6368415" y="3068726"/>
            <a:ext cx="276987" cy="202997"/>
          </a:xfrm>
          <a:prstGeom prst="rect">
            <a:avLst/>
          </a:prstGeom>
          <a:noFill/>
          <a:ln/>
        </p:spPr>
        <p:txBody>
          <a:bodyPr wrap="square" lIns="0" tIns="0" rIns="0" bIns="0" rtlCol="0" anchor="ctr">
            <a:normAutofit/>
          </a:bodyPr>
          <a:lstStyle/>
          <a:p>
            <a:pPr algn="ctr" indent="0" marL="0">
              <a:buNone/>
            </a:pPr>
            <a:r>
              <a:rPr lang="fr-FR" altLang="en-US" sz="920" dirty="0">
                <a:solidFill>
                  <a:srgbClr val="FFFFFF"/>
                </a:solidFill>
                <a:latin typeface="Arial" pitchFamily="34" charset="0"/>
                <a:ea typeface="Arial" pitchFamily="34" charset="-122"/>
                <a:cs typeface="Arial" pitchFamily="34" charset="-120"/>
              </a:rPr>
              <a:t>X</a:t>
            </a:r>
            <a:endParaRPr lang="fr-FR" sz="920" dirty="0"/>
          </a:p>
        </p:txBody>
      </p:sp>
      <p:sp>
        <p:nvSpPr>
          <p:cNvPr id="100" name="Shape 98"/>
          <p:cNvSpPr/>
          <p:nvPr/>
        </p:nvSpPr>
        <p:spPr>
          <a:xfrm>
            <a:off x="7199376" y="3041294"/>
            <a:ext cx="276987" cy="257861"/>
          </a:xfrm>
          <a:prstGeom prst="rect">
            <a:avLst/>
          </a:prstGeom>
          <a:solidFill>
            <a:srgbClr val="F0F3F5"/>
          </a:solidFill>
          <a:ln w="5080">
            <a:solidFill>
              <a:srgbClr val="F0F3F5"/>
            </a:solidFill>
            <a:prstDash val="solid"/>
          </a:ln>
        </p:spPr>
      </p:sp>
      <p:sp>
        <p:nvSpPr>
          <p:cNvPr id="101" name="Shape 99"/>
          <p:cNvSpPr/>
          <p:nvPr/>
        </p:nvSpPr>
        <p:spPr>
          <a:xfrm>
            <a:off x="7476363" y="3041294"/>
            <a:ext cx="276987" cy="257861"/>
          </a:xfrm>
          <a:prstGeom prst="rect">
            <a:avLst/>
          </a:prstGeom>
          <a:solidFill>
            <a:srgbClr val="F0F3F5"/>
          </a:solidFill>
          <a:ln w="5080">
            <a:solidFill>
              <a:srgbClr val="F0F3F5"/>
            </a:solidFill>
            <a:prstDash val="solid"/>
          </a:ln>
        </p:spPr>
      </p:sp>
      <p:sp>
        <p:nvSpPr>
          <p:cNvPr id="102" name="Shape 100"/>
          <p:cNvSpPr/>
          <p:nvPr/>
        </p:nvSpPr>
        <p:spPr>
          <a:xfrm>
            <a:off x="7753350" y="3041294"/>
            <a:ext cx="276987" cy="257861"/>
          </a:xfrm>
          <a:prstGeom prst="rect">
            <a:avLst/>
          </a:prstGeom>
          <a:solidFill>
            <a:srgbClr val="F0F3F5"/>
          </a:solidFill>
          <a:ln w="5080">
            <a:solidFill>
              <a:srgbClr val="F0F3F5"/>
            </a:solidFill>
            <a:prstDash val="solid"/>
          </a:ln>
        </p:spPr>
      </p:sp>
      <p:sp>
        <p:nvSpPr>
          <p:cNvPr id="103" name="Shape 101"/>
          <p:cNvSpPr/>
          <p:nvPr/>
        </p:nvSpPr>
        <p:spPr>
          <a:xfrm>
            <a:off x="8030337" y="3041294"/>
            <a:ext cx="276987" cy="257861"/>
          </a:xfrm>
          <a:prstGeom prst="rect">
            <a:avLst/>
          </a:prstGeom>
          <a:solidFill>
            <a:srgbClr val="F0F3F5"/>
          </a:solidFill>
          <a:ln w="5080">
            <a:solidFill>
              <a:srgbClr val="F0F3F5"/>
            </a:solidFill>
            <a:prstDash val="solid"/>
          </a:ln>
        </p:spPr>
      </p:sp>
      <p:sp>
        <p:nvSpPr>
          <p:cNvPr id="104" name="Shape 102"/>
          <p:cNvSpPr/>
          <p:nvPr/>
        </p:nvSpPr>
        <p:spPr>
          <a:xfrm>
            <a:off x="9415272" y="3041294"/>
            <a:ext cx="276987" cy="257861"/>
          </a:xfrm>
          <a:prstGeom prst="rect">
            <a:avLst/>
          </a:prstGeom>
          <a:solidFill>
            <a:srgbClr val="F0F3F5"/>
          </a:solidFill>
          <a:ln w="5080">
            <a:solidFill>
              <a:srgbClr val="F0F3F5"/>
            </a:solidFill>
            <a:prstDash val="solid"/>
          </a:ln>
        </p:spPr>
      </p:sp>
      <p:sp>
        <p:nvSpPr>
          <p:cNvPr id="105" name="Shape 103"/>
          <p:cNvSpPr/>
          <p:nvPr/>
        </p:nvSpPr>
        <p:spPr>
          <a:xfrm>
            <a:off x="9692259" y="3041294"/>
            <a:ext cx="276987" cy="257861"/>
          </a:xfrm>
          <a:prstGeom prst="rect">
            <a:avLst/>
          </a:prstGeom>
          <a:solidFill>
            <a:srgbClr val="F0F3F5"/>
          </a:solidFill>
          <a:ln w="5080">
            <a:solidFill>
              <a:srgbClr val="F0F3F5"/>
            </a:solidFill>
            <a:prstDash val="solid"/>
          </a:ln>
        </p:spPr>
      </p:sp>
      <p:sp>
        <p:nvSpPr>
          <p:cNvPr id="106" name="Shape 104"/>
          <p:cNvSpPr/>
          <p:nvPr/>
        </p:nvSpPr>
        <p:spPr>
          <a:xfrm>
            <a:off x="9969246" y="3041294"/>
            <a:ext cx="276987" cy="257861"/>
          </a:xfrm>
          <a:prstGeom prst="rect">
            <a:avLst/>
          </a:prstGeom>
          <a:solidFill>
            <a:srgbClr val="F0F3F5"/>
          </a:solidFill>
          <a:ln w="5080">
            <a:solidFill>
              <a:srgbClr val="F0F3F5"/>
            </a:solidFill>
            <a:prstDash val="solid"/>
          </a:ln>
        </p:spPr>
      </p:sp>
      <p:sp>
        <p:nvSpPr>
          <p:cNvPr id="107" name="Shape 105"/>
          <p:cNvSpPr/>
          <p:nvPr/>
        </p:nvSpPr>
        <p:spPr>
          <a:xfrm>
            <a:off x="10246233" y="3041294"/>
            <a:ext cx="276987" cy="257861"/>
          </a:xfrm>
          <a:prstGeom prst="rect">
            <a:avLst/>
          </a:prstGeom>
          <a:solidFill>
            <a:srgbClr val="F0F3F5"/>
          </a:solidFill>
          <a:ln w="5080">
            <a:solidFill>
              <a:srgbClr val="F0F3F5"/>
            </a:solidFill>
            <a:prstDash val="solid"/>
          </a:ln>
        </p:spPr>
      </p:sp>
      <p:sp>
        <p:nvSpPr>
          <p:cNvPr id="108" name="Shape 106"/>
          <p:cNvSpPr/>
          <p:nvPr/>
        </p:nvSpPr>
        <p:spPr>
          <a:xfrm>
            <a:off x="548640" y="3299155"/>
            <a:ext cx="11082528" cy="257861"/>
          </a:xfrm>
          <a:prstGeom prst="rect">
            <a:avLst/>
          </a:prstGeom>
          <a:solidFill>
            <a:srgbClr val="FFFFFF"/>
          </a:solidFill>
          <a:ln w="5080">
            <a:solidFill>
              <a:srgbClr val="DCE2E6"/>
            </a:solidFill>
            <a:prstDash val="solid"/>
          </a:ln>
        </p:spPr>
      </p:sp>
      <p:sp>
        <p:nvSpPr>
          <p:cNvPr id="109" name="Text 107"/>
          <p:cNvSpPr/>
          <p:nvPr/>
        </p:nvSpPr>
        <p:spPr>
          <a:xfrm>
            <a:off x="630936" y="3322015"/>
            <a:ext cx="3355848" cy="212141"/>
          </a:xfrm>
          <a:prstGeom prst="rect">
            <a:avLst/>
          </a:prstGeom>
          <a:noFill/>
          <a:ln/>
        </p:spPr>
        <p:txBody>
          <a:bodyPr wrap="square" lIns="0" tIns="0" rIns="0" bIns="0" rtlCol="0" anchor="ctr">
            <a:normAutofit/>
          </a:bodyPr>
          <a:lstStyle/>
          <a:p>
            <a:pPr algn="l" indent="0" marL="0">
              <a:buNone/>
            </a:pPr>
            <a:r>
              <a:rPr lang="fr-FR" altLang="en-US" sz="1240" dirty="0">
                <a:solidFill>
                  <a:srgbClr val="203847"/>
                </a:solidFill>
                <a:latin typeface="Arial" pitchFamily="34" charset="0"/>
                <a:ea typeface="Arial" pitchFamily="34" charset="-122"/>
                <a:cs typeface="Arial" pitchFamily="34" charset="-120"/>
              </a:rPr>
              <a:t>05  Conception détaillée</a:t>
            </a:r>
            <a:endParaRPr lang="fr-FR" sz="1240" dirty="0"/>
          </a:p>
        </p:txBody>
      </p:sp>
      <p:sp>
        <p:nvSpPr>
          <p:cNvPr id="110" name="Text 108"/>
          <p:cNvSpPr/>
          <p:nvPr/>
        </p:nvSpPr>
        <p:spPr>
          <a:xfrm>
            <a:off x="4050792" y="3322015"/>
            <a:ext cx="905256" cy="212141"/>
          </a:xfrm>
          <a:prstGeom prst="rect">
            <a:avLst/>
          </a:prstGeom>
          <a:noFill/>
          <a:ln/>
        </p:spPr>
        <p:txBody>
          <a:bodyPr wrap="square" lIns="0" tIns="0" rIns="0" bIns="0" rtlCol="0" anchor="ctr">
            <a:normAutofit/>
          </a:bodyPr>
          <a:lstStyle/>
          <a:p>
            <a:pPr algn="ctr" indent="0" marL="0">
              <a:buNone/>
            </a:pPr>
            <a:r>
              <a:rPr lang="fr-FR" altLang="en-US" sz="1050" dirty="0">
                <a:solidFill>
                  <a:srgbClr val="203847"/>
                </a:solidFill>
                <a:latin typeface="Arial" pitchFamily="34" charset="0"/>
                <a:ea typeface="Arial" pitchFamily="34" charset="-122"/>
                <a:cs typeface="Arial" pitchFamily="34" charset="-120"/>
              </a:rPr>
              <a:t>RT / DEV</a:t>
            </a:r>
            <a:endParaRPr lang="fr-FR" sz="1050" dirty="0"/>
          </a:p>
        </p:txBody>
      </p:sp>
      <p:sp>
        <p:nvSpPr>
          <p:cNvPr id="111" name="Shape 109"/>
          <p:cNvSpPr/>
          <p:nvPr/>
        </p:nvSpPr>
        <p:spPr>
          <a:xfrm>
            <a:off x="4983480" y="3299155"/>
            <a:ext cx="276987" cy="257861"/>
          </a:xfrm>
          <a:prstGeom prst="rect">
            <a:avLst/>
          </a:prstGeom>
          <a:solidFill>
            <a:srgbClr val="F0F3F5"/>
          </a:solidFill>
          <a:ln w="5080">
            <a:solidFill>
              <a:srgbClr val="F0F3F5"/>
            </a:solidFill>
            <a:prstDash val="solid"/>
          </a:ln>
        </p:spPr>
      </p:sp>
      <p:sp>
        <p:nvSpPr>
          <p:cNvPr id="112" name="Shape 110"/>
          <p:cNvSpPr/>
          <p:nvPr/>
        </p:nvSpPr>
        <p:spPr>
          <a:xfrm>
            <a:off x="5260467" y="3299155"/>
            <a:ext cx="276987" cy="257861"/>
          </a:xfrm>
          <a:prstGeom prst="rect">
            <a:avLst/>
          </a:prstGeom>
          <a:solidFill>
            <a:srgbClr val="F0F3F5"/>
          </a:solidFill>
          <a:ln w="5080">
            <a:solidFill>
              <a:srgbClr val="F0F3F5"/>
            </a:solidFill>
            <a:prstDash val="solid"/>
          </a:ln>
        </p:spPr>
      </p:sp>
      <p:sp>
        <p:nvSpPr>
          <p:cNvPr id="113" name="Shape 111"/>
          <p:cNvSpPr/>
          <p:nvPr/>
        </p:nvSpPr>
        <p:spPr>
          <a:xfrm>
            <a:off x="5537454" y="3299155"/>
            <a:ext cx="276987" cy="257861"/>
          </a:xfrm>
          <a:prstGeom prst="rect">
            <a:avLst/>
          </a:prstGeom>
          <a:solidFill>
            <a:srgbClr val="F0F3F5"/>
          </a:solidFill>
          <a:ln w="5080">
            <a:solidFill>
              <a:srgbClr val="F0F3F5"/>
            </a:solidFill>
            <a:prstDash val="solid"/>
          </a:ln>
        </p:spPr>
      </p:sp>
      <p:sp>
        <p:nvSpPr>
          <p:cNvPr id="114" name="Shape 112"/>
          <p:cNvSpPr/>
          <p:nvPr/>
        </p:nvSpPr>
        <p:spPr>
          <a:xfrm>
            <a:off x="5814441" y="3299155"/>
            <a:ext cx="276987" cy="257861"/>
          </a:xfrm>
          <a:prstGeom prst="rect">
            <a:avLst/>
          </a:prstGeom>
          <a:solidFill>
            <a:srgbClr val="F0F3F5"/>
          </a:solidFill>
          <a:ln w="5080">
            <a:solidFill>
              <a:srgbClr val="F0F3F5"/>
            </a:solidFill>
            <a:prstDash val="solid"/>
          </a:ln>
        </p:spPr>
      </p:sp>
      <p:sp>
        <p:nvSpPr>
          <p:cNvPr id="115" name="Shape 113"/>
          <p:cNvSpPr/>
          <p:nvPr/>
        </p:nvSpPr>
        <p:spPr>
          <a:xfrm>
            <a:off x="6645402" y="3299155"/>
            <a:ext cx="276987" cy="257861"/>
          </a:xfrm>
          <a:prstGeom prst="rect">
            <a:avLst/>
          </a:prstGeom>
          <a:solidFill>
            <a:srgbClr val="203847"/>
          </a:solidFill>
          <a:ln w="5080">
            <a:solidFill>
              <a:srgbClr val="FFFFFF"/>
            </a:solidFill>
            <a:prstDash val="solid"/>
          </a:ln>
        </p:spPr>
      </p:sp>
      <p:sp>
        <p:nvSpPr>
          <p:cNvPr id="116" name="Text 114"/>
          <p:cNvSpPr/>
          <p:nvPr/>
        </p:nvSpPr>
        <p:spPr>
          <a:xfrm>
            <a:off x="6645402" y="3326587"/>
            <a:ext cx="276987" cy="202997"/>
          </a:xfrm>
          <a:prstGeom prst="rect">
            <a:avLst/>
          </a:prstGeom>
          <a:noFill/>
          <a:ln/>
        </p:spPr>
        <p:txBody>
          <a:bodyPr wrap="square" lIns="0" tIns="0" rIns="0" bIns="0" rtlCol="0" anchor="ctr">
            <a:normAutofit/>
          </a:bodyPr>
          <a:lstStyle/>
          <a:p>
            <a:pPr algn="ctr" indent="0" marL="0">
              <a:buNone/>
            </a:pPr>
            <a:r>
              <a:rPr lang="fr-FR" altLang="en-US" sz="920" dirty="0">
                <a:solidFill>
                  <a:srgbClr val="FFFFFF"/>
                </a:solidFill>
                <a:latin typeface="Arial" pitchFamily="34" charset="0"/>
                <a:ea typeface="Arial" pitchFamily="34" charset="-122"/>
                <a:cs typeface="Arial" pitchFamily="34" charset="-120"/>
              </a:rPr>
              <a:t>X</a:t>
            </a:r>
            <a:endParaRPr lang="fr-FR" sz="920" dirty="0"/>
          </a:p>
        </p:txBody>
      </p:sp>
      <p:sp>
        <p:nvSpPr>
          <p:cNvPr id="117" name="Shape 115"/>
          <p:cNvSpPr/>
          <p:nvPr/>
        </p:nvSpPr>
        <p:spPr>
          <a:xfrm>
            <a:off x="6922389" y="3299155"/>
            <a:ext cx="276987" cy="257861"/>
          </a:xfrm>
          <a:prstGeom prst="rect">
            <a:avLst/>
          </a:prstGeom>
          <a:solidFill>
            <a:srgbClr val="203847"/>
          </a:solidFill>
          <a:ln w="5080">
            <a:solidFill>
              <a:srgbClr val="FFFFFF"/>
            </a:solidFill>
            <a:prstDash val="solid"/>
          </a:ln>
        </p:spPr>
      </p:sp>
      <p:sp>
        <p:nvSpPr>
          <p:cNvPr id="118" name="Text 116"/>
          <p:cNvSpPr/>
          <p:nvPr/>
        </p:nvSpPr>
        <p:spPr>
          <a:xfrm>
            <a:off x="6922389" y="3326587"/>
            <a:ext cx="276987" cy="202997"/>
          </a:xfrm>
          <a:prstGeom prst="rect">
            <a:avLst/>
          </a:prstGeom>
          <a:noFill/>
          <a:ln/>
        </p:spPr>
        <p:txBody>
          <a:bodyPr wrap="square" lIns="0" tIns="0" rIns="0" bIns="0" rtlCol="0" anchor="ctr">
            <a:normAutofit/>
          </a:bodyPr>
          <a:lstStyle/>
          <a:p>
            <a:pPr algn="ctr" indent="0" marL="0">
              <a:buNone/>
            </a:pPr>
            <a:r>
              <a:rPr lang="fr-FR" altLang="en-US" sz="920" dirty="0">
                <a:solidFill>
                  <a:srgbClr val="FFFFFF"/>
                </a:solidFill>
                <a:latin typeface="Arial" pitchFamily="34" charset="0"/>
                <a:ea typeface="Arial" pitchFamily="34" charset="-122"/>
                <a:cs typeface="Arial" pitchFamily="34" charset="-120"/>
              </a:rPr>
              <a:t>X</a:t>
            </a:r>
            <a:endParaRPr lang="fr-FR" sz="920" dirty="0"/>
          </a:p>
        </p:txBody>
      </p:sp>
      <p:sp>
        <p:nvSpPr>
          <p:cNvPr id="119" name="Shape 117"/>
          <p:cNvSpPr/>
          <p:nvPr/>
        </p:nvSpPr>
        <p:spPr>
          <a:xfrm>
            <a:off x="7199376" y="3299155"/>
            <a:ext cx="276987" cy="257861"/>
          </a:xfrm>
          <a:prstGeom prst="rect">
            <a:avLst/>
          </a:prstGeom>
          <a:solidFill>
            <a:srgbClr val="F0F3F5"/>
          </a:solidFill>
          <a:ln w="5080">
            <a:solidFill>
              <a:srgbClr val="F0F3F5"/>
            </a:solidFill>
            <a:prstDash val="solid"/>
          </a:ln>
        </p:spPr>
      </p:sp>
      <p:sp>
        <p:nvSpPr>
          <p:cNvPr id="120" name="Shape 118"/>
          <p:cNvSpPr/>
          <p:nvPr/>
        </p:nvSpPr>
        <p:spPr>
          <a:xfrm>
            <a:off x="7476363" y="3299155"/>
            <a:ext cx="276987" cy="257861"/>
          </a:xfrm>
          <a:prstGeom prst="rect">
            <a:avLst/>
          </a:prstGeom>
          <a:solidFill>
            <a:srgbClr val="F0F3F5"/>
          </a:solidFill>
          <a:ln w="5080">
            <a:solidFill>
              <a:srgbClr val="F0F3F5"/>
            </a:solidFill>
            <a:prstDash val="solid"/>
          </a:ln>
        </p:spPr>
      </p:sp>
      <p:sp>
        <p:nvSpPr>
          <p:cNvPr id="121" name="Shape 119"/>
          <p:cNvSpPr/>
          <p:nvPr/>
        </p:nvSpPr>
        <p:spPr>
          <a:xfrm>
            <a:off x="7753350" y="3299155"/>
            <a:ext cx="276987" cy="257861"/>
          </a:xfrm>
          <a:prstGeom prst="rect">
            <a:avLst/>
          </a:prstGeom>
          <a:solidFill>
            <a:srgbClr val="F0F3F5"/>
          </a:solidFill>
          <a:ln w="5080">
            <a:solidFill>
              <a:srgbClr val="F0F3F5"/>
            </a:solidFill>
            <a:prstDash val="solid"/>
          </a:ln>
        </p:spPr>
      </p:sp>
      <p:sp>
        <p:nvSpPr>
          <p:cNvPr id="122" name="Shape 120"/>
          <p:cNvSpPr/>
          <p:nvPr/>
        </p:nvSpPr>
        <p:spPr>
          <a:xfrm>
            <a:off x="8030337" y="3299155"/>
            <a:ext cx="276987" cy="257861"/>
          </a:xfrm>
          <a:prstGeom prst="rect">
            <a:avLst/>
          </a:prstGeom>
          <a:solidFill>
            <a:srgbClr val="F0F3F5"/>
          </a:solidFill>
          <a:ln w="5080">
            <a:solidFill>
              <a:srgbClr val="F0F3F5"/>
            </a:solidFill>
            <a:prstDash val="solid"/>
          </a:ln>
        </p:spPr>
      </p:sp>
      <p:sp>
        <p:nvSpPr>
          <p:cNvPr id="123" name="Shape 121"/>
          <p:cNvSpPr/>
          <p:nvPr/>
        </p:nvSpPr>
        <p:spPr>
          <a:xfrm>
            <a:off x="9415272" y="3299155"/>
            <a:ext cx="276987" cy="257861"/>
          </a:xfrm>
          <a:prstGeom prst="rect">
            <a:avLst/>
          </a:prstGeom>
          <a:solidFill>
            <a:srgbClr val="F0F3F5"/>
          </a:solidFill>
          <a:ln w="5080">
            <a:solidFill>
              <a:srgbClr val="F0F3F5"/>
            </a:solidFill>
            <a:prstDash val="solid"/>
          </a:ln>
        </p:spPr>
      </p:sp>
      <p:sp>
        <p:nvSpPr>
          <p:cNvPr id="124" name="Shape 122"/>
          <p:cNvSpPr/>
          <p:nvPr/>
        </p:nvSpPr>
        <p:spPr>
          <a:xfrm>
            <a:off x="9692259" y="3299155"/>
            <a:ext cx="276987" cy="257861"/>
          </a:xfrm>
          <a:prstGeom prst="rect">
            <a:avLst/>
          </a:prstGeom>
          <a:solidFill>
            <a:srgbClr val="F0F3F5"/>
          </a:solidFill>
          <a:ln w="5080">
            <a:solidFill>
              <a:srgbClr val="F0F3F5"/>
            </a:solidFill>
            <a:prstDash val="solid"/>
          </a:ln>
        </p:spPr>
      </p:sp>
      <p:sp>
        <p:nvSpPr>
          <p:cNvPr id="125" name="Shape 123"/>
          <p:cNvSpPr/>
          <p:nvPr/>
        </p:nvSpPr>
        <p:spPr>
          <a:xfrm>
            <a:off x="9969246" y="3299155"/>
            <a:ext cx="276987" cy="257861"/>
          </a:xfrm>
          <a:prstGeom prst="rect">
            <a:avLst/>
          </a:prstGeom>
          <a:solidFill>
            <a:srgbClr val="F0F3F5"/>
          </a:solidFill>
          <a:ln w="5080">
            <a:solidFill>
              <a:srgbClr val="F0F3F5"/>
            </a:solidFill>
            <a:prstDash val="solid"/>
          </a:ln>
        </p:spPr>
      </p:sp>
      <p:sp>
        <p:nvSpPr>
          <p:cNvPr id="126" name="Shape 124"/>
          <p:cNvSpPr/>
          <p:nvPr/>
        </p:nvSpPr>
        <p:spPr>
          <a:xfrm>
            <a:off x="10246233" y="3299155"/>
            <a:ext cx="276987" cy="257861"/>
          </a:xfrm>
          <a:prstGeom prst="rect">
            <a:avLst/>
          </a:prstGeom>
          <a:solidFill>
            <a:srgbClr val="F0F3F5"/>
          </a:solidFill>
          <a:ln w="5080">
            <a:solidFill>
              <a:srgbClr val="F0F3F5"/>
            </a:solidFill>
            <a:prstDash val="solid"/>
          </a:ln>
        </p:spPr>
      </p:sp>
      <p:sp>
        <p:nvSpPr>
          <p:cNvPr id="127" name="Shape 125"/>
          <p:cNvSpPr/>
          <p:nvPr/>
        </p:nvSpPr>
        <p:spPr>
          <a:xfrm>
            <a:off x="548640" y="3557016"/>
            <a:ext cx="11082528" cy="257861"/>
          </a:xfrm>
          <a:prstGeom prst="rect">
            <a:avLst/>
          </a:prstGeom>
          <a:solidFill>
            <a:srgbClr val="F0F3F5"/>
          </a:solidFill>
          <a:ln w="5080">
            <a:solidFill>
              <a:srgbClr val="DCE2E6"/>
            </a:solidFill>
            <a:prstDash val="solid"/>
          </a:ln>
        </p:spPr>
      </p:sp>
      <p:sp>
        <p:nvSpPr>
          <p:cNvPr id="128" name="Text 126"/>
          <p:cNvSpPr/>
          <p:nvPr/>
        </p:nvSpPr>
        <p:spPr>
          <a:xfrm>
            <a:off x="630936" y="3579876"/>
            <a:ext cx="3355848" cy="212141"/>
          </a:xfrm>
          <a:prstGeom prst="rect">
            <a:avLst/>
          </a:prstGeom>
          <a:noFill/>
          <a:ln/>
        </p:spPr>
        <p:txBody>
          <a:bodyPr wrap="square" lIns="0" tIns="0" rIns="0" bIns="0" rtlCol="0" anchor="ctr">
            <a:normAutofit/>
          </a:bodyPr>
          <a:lstStyle/>
          <a:p>
            <a:pPr algn="l" indent="0" marL="0">
              <a:buNone/>
            </a:pPr>
            <a:r>
              <a:rPr lang="fr-FR" altLang="en-US" sz="1240" dirty="0">
                <a:solidFill>
                  <a:srgbClr val="203847"/>
                </a:solidFill>
                <a:latin typeface="Arial" pitchFamily="34" charset="0"/>
                <a:ea typeface="Arial" pitchFamily="34" charset="-122"/>
                <a:cs typeface="Arial" pitchFamily="34" charset="-120"/>
              </a:rPr>
              <a:t>06  Maquettes et notice</a:t>
            </a:r>
            <a:endParaRPr lang="fr-FR" sz="1240" dirty="0"/>
          </a:p>
        </p:txBody>
      </p:sp>
      <p:sp>
        <p:nvSpPr>
          <p:cNvPr id="129" name="Text 127"/>
          <p:cNvSpPr/>
          <p:nvPr/>
        </p:nvSpPr>
        <p:spPr>
          <a:xfrm>
            <a:off x="4050792" y="3579876"/>
            <a:ext cx="905256" cy="212141"/>
          </a:xfrm>
          <a:prstGeom prst="rect">
            <a:avLst/>
          </a:prstGeom>
          <a:noFill/>
          <a:ln/>
        </p:spPr>
        <p:txBody>
          <a:bodyPr wrap="square" lIns="0" tIns="0" rIns="0" bIns="0" rtlCol="0" anchor="ctr">
            <a:normAutofit/>
          </a:bodyPr>
          <a:lstStyle/>
          <a:p>
            <a:pPr algn="ctr" indent="0" marL="0">
              <a:buNone/>
            </a:pPr>
            <a:r>
              <a:rPr lang="fr-FR" altLang="en-US" sz="1050" dirty="0">
                <a:solidFill>
                  <a:srgbClr val="203847"/>
                </a:solidFill>
                <a:latin typeface="Arial" pitchFamily="34" charset="0"/>
                <a:ea typeface="Arial" pitchFamily="34" charset="-122"/>
                <a:cs typeface="Arial" pitchFamily="34" charset="-120"/>
              </a:rPr>
              <a:t>UX / FE</a:t>
            </a:r>
            <a:endParaRPr lang="fr-FR" sz="1050" dirty="0"/>
          </a:p>
        </p:txBody>
      </p:sp>
      <p:sp>
        <p:nvSpPr>
          <p:cNvPr id="130" name="Shape 128"/>
          <p:cNvSpPr/>
          <p:nvPr/>
        </p:nvSpPr>
        <p:spPr>
          <a:xfrm>
            <a:off x="4983480" y="3557016"/>
            <a:ext cx="276987" cy="257861"/>
          </a:xfrm>
          <a:prstGeom prst="rect">
            <a:avLst/>
          </a:prstGeom>
          <a:solidFill>
            <a:srgbClr val="F0F3F5"/>
          </a:solidFill>
          <a:ln w="5080">
            <a:solidFill>
              <a:srgbClr val="F0F3F5"/>
            </a:solidFill>
            <a:prstDash val="solid"/>
          </a:ln>
        </p:spPr>
      </p:sp>
      <p:sp>
        <p:nvSpPr>
          <p:cNvPr id="131" name="Shape 129"/>
          <p:cNvSpPr/>
          <p:nvPr/>
        </p:nvSpPr>
        <p:spPr>
          <a:xfrm>
            <a:off x="5260467" y="3557016"/>
            <a:ext cx="276987" cy="257861"/>
          </a:xfrm>
          <a:prstGeom prst="rect">
            <a:avLst/>
          </a:prstGeom>
          <a:solidFill>
            <a:srgbClr val="F0F3F5"/>
          </a:solidFill>
          <a:ln w="5080">
            <a:solidFill>
              <a:srgbClr val="F0F3F5"/>
            </a:solidFill>
            <a:prstDash val="solid"/>
          </a:ln>
        </p:spPr>
      </p:sp>
      <p:sp>
        <p:nvSpPr>
          <p:cNvPr id="132" name="Shape 130"/>
          <p:cNvSpPr/>
          <p:nvPr/>
        </p:nvSpPr>
        <p:spPr>
          <a:xfrm>
            <a:off x="5537454" y="3557016"/>
            <a:ext cx="276987" cy="257861"/>
          </a:xfrm>
          <a:prstGeom prst="rect">
            <a:avLst/>
          </a:prstGeom>
          <a:solidFill>
            <a:srgbClr val="F0F3F5"/>
          </a:solidFill>
          <a:ln w="5080">
            <a:solidFill>
              <a:srgbClr val="F0F3F5"/>
            </a:solidFill>
            <a:prstDash val="solid"/>
          </a:ln>
        </p:spPr>
      </p:sp>
      <p:sp>
        <p:nvSpPr>
          <p:cNvPr id="133" name="Shape 131"/>
          <p:cNvSpPr/>
          <p:nvPr/>
        </p:nvSpPr>
        <p:spPr>
          <a:xfrm>
            <a:off x="5814441" y="3557016"/>
            <a:ext cx="276987" cy="257861"/>
          </a:xfrm>
          <a:prstGeom prst="rect">
            <a:avLst/>
          </a:prstGeom>
          <a:solidFill>
            <a:srgbClr val="F0F3F5"/>
          </a:solidFill>
          <a:ln w="5080">
            <a:solidFill>
              <a:srgbClr val="F0F3F5"/>
            </a:solidFill>
            <a:prstDash val="solid"/>
          </a:ln>
        </p:spPr>
      </p:sp>
      <p:sp>
        <p:nvSpPr>
          <p:cNvPr id="134" name="Shape 132"/>
          <p:cNvSpPr/>
          <p:nvPr/>
        </p:nvSpPr>
        <p:spPr>
          <a:xfrm>
            <a:off x="6091428" y="3557016"/>
            <a:ext cx="276987" cy="257861"/>
          </a:xfrm>
          <a:prstGeom prst="rect">
            <a:avLst/>
          </a:prstGeom>
          <a:solidFill>
            <a:srgbClr val="203847"/>
          </a:solidFill>
          <a:ln w="5080">
            <a:solidFill>
              <a:srgbClr val="FFFFFF"/>
            </a:solidFill>
            <a:prstDash val="solid"/>
          </a:ln>
        </p:spPr>
      </p:sp>
      <p:sp>
        <p:nvSpPr>
          <p:cNvPr id="135" name="Text 133"/>
          <p:cNvSpPr/>
          <p:nvPr/>
        </p:nvSpPr>
        <p:spPr>
          <a:xfrm>
            <a:off x="6091428" y="3584448"/>
            <a:ext cx="276987" cy="202997"/>
          </a:xfrm>
          <a:prstGeom prst="rect">
            <a:avLst/>
          </a:prstGeom>
          <a:noFill/>
          <a:ln/>
        </p:spPr>
        <p:txBody>
          <a:bodyPr wrap="square" lIns="0" tIns="0" rIns="0" bIns="0" rtlCol="0" anchor="ctr">
            <a:normAutofit/>
          </a:bodyPr>
          <a:lstStyle/>
          <a:p>
            <a:pPr algn="ctr" indent="0" marL="0">
              <a:buNone/>
            </a:pPr>
            <a:r>
              <a:rPr lang="fr-FR" altLang="en-US" sz="920" dirty="0">
                <a:solidFill>
                  <a:srgbClr val="FFFFFF"/>
                </a:solidFill>
                <a:latin typeface="Arial" pitchFamily="34" charset="0"/>
                <a:ea typeface="Arial" pitchFamily="34" charset="-122"/>
                <a:cs typeface="Arial" pitchFamily="34" charset="-120"/>
              </a:rPr>
              <a:t>X</a:t>
            </a:r>
            <a:endParaRPr lang="fr-FR" sz="920" dirty="0"/>
          </a:p>
        </p:txBody>
      </p:sp>
      <p:sp>
        <p:nvSpPr>
          <p:cNvPr id="136" name="Shape 134"/>
          <p:cNvSpPr/>
          <p:nvPr/>
        </p:nvSpPr>
        <p:spPr>
          <a:xfrm>
            <a:off x="6368415" y="3557016"/>
            <a:ext cx="276987" cy="257861"/>
          </a:xfrm>
          <a:prstGeom prst="rect">
            <a:avLst/>
          </a:prstGeom>
          <a:solidFill>
            <a:srgbClr val="203847"/>
          </a:solidFill>
          <a:ln w="5080">
            <a:solidFill>
              <a:srgbClr val="FFFFFF"/>
            </a:solidFill>
            <a:prstDash val="solid"/>
          </a:ln>
        </p:spPr>
      </p:sp>
      <p:sp>
        <p:nvSpPr>
          <p:cNvPr id="137" name="Text 135"/>
          <p:cNvSpPr/>
          <p:nvPr/>
        </p:nvSpPr>
        <p:spPr>
          <a:xfrm>
            <a:off x="6368415" y="3584448"/>
            <a:ext cx="276987" cy="202997"/>
          </a:xfrm>
          <a:prstGeom prst="rect">
            <a:avLst/>
          </a:prstGeom>
          <a:noFill/>
          <a:ln/>
        </p:spPr>
        <p:txBody>
          <a:bodyPr wrap="square" lIns="0" tIns="0" rIns="0" bIns="0" rtlCol="0" anchor="ctr">
            <a:normAutofit/>
          </a:bodyPr>
          <a:lstStyle/>
          <a:p>
            <a:pPr algn="ctr" indent="0" marL="0">
              <a:buNone/>
            </a:pPr>
            <a:r>
              <a:rPr lang="fr-FR" altLang="en-US" sz="920" dirty="0">
                <a:solidFill>
                  <a:srgbClr val="FFFFFF"/>
                </a:solidFill>
                <a:latin typeface="Arial" pitchFamily="34" charset="0"/>
                <a:ea typeface="Arial" pitchFamily="34" charset="-122"/>
                <a:cs typeface="Arial" pitchFamily="34" charset="-120"/>
              </a:rPr>
              <a:t>X</a:t>
            </a:r>
            <a:endParaRPr lang="fr-FR" sz="920" dirty="0"/>
          </a:p>
        </p:txBody>
      </p:sp>
      <p:sp>
        <p:nvSpPr>
          <p:cNvPr id="138" name="Shape 136"/>
          <p:cNvSpPr/>
          <p:nvPr/>
        </p:nvSpPr>
        <p:spPr>
          <a:xfrm>
            <a:off x="6645402" y="3557016"/>
            <a:ext cx="276987" cy="257861"/>
          </a:xfrm>
          <a:prstGeom prst="rect">
            <a:avLst/>
          </a:prstGeom>
          <a:solidFill>
            <a:srgbClr val="203847"/>
          </a:solidFill>
          <a:ln w="5080">
            <a:solidFill>
              <a:srgbClr val="FFFFFF"/>
            </a:solidFill>
            <a:prstDash val="solid"/>
          </a:ln>
        </p:spPr>
      </p:sp>
      <p:sp>
        <p:nvSpPr>
          <p:cNvPr id="139" name="Text 137"/>
          <p:cNvSpPr/>
          <p:nvPr/>
        </p:nvSpPr>
        <p:spPr>
          <a:xfrm>
            <a:off x="6645402" y="3584448"/>
            <a:ext cx="276987" cy="202997"/>
          </a:xfrm>
          <a:prstGeom prst="rect">
            <a:avLst/>
          </a:prstGeom>
          <a:noFill/>
          <a:ln/>
        </p:spPr>
        <p:txBody>
          <a:bodyPr wrap="square" lIns="0" tIns="0" rIns="0" bIns="0" rtlCol="0" anchor="ctr">
            <a:normAutofit/>
          </a:bodyPr>
          <a:lstStyle/>
          <a:p>
            <a:pPr algn="ctr" indent="0" marL="0">
              <a:buNone/>
            </a:pPr>
            <a:r>
              <a:rPr lang="fr-FR" altLang="en-US" sz="920" dirty="0">
                <a:solidFill>
                  <a:srgbClr val="FFFFFF"/>
                </a:solidFill>
                <a:latin typeface="Arial" pitchFamily="34" charset="0"/>
                <a:ea typeface="Arial" pitchFamily="34" charset="-122"/>
                <a:cs typeface="Arial" pitchFamily="34" charset="-120"/>
              </a:rPr>
              <a:t>X</a:t>
            </a:r>
            <a:endParaRPr lang="fr-FR" sz="920" dirty="0"/>
          </a:p>
        </p:txBody>
      </p:sp>
      <p:sp>
        <p:nvSpPr>
          <p:cNvPr id="140" name="Shape 138"/>
          <p:cNvSpPr/>
          <p:nvPr/>
        </p:nvSpPr>
        <p:spPr>
          <a:xfrm>
            <a:off x="6922389" y="3557016"/>
            <a:ext cx="276987" cy="257861"/>
          </a:xfrm>
          <a:prstGeom prst="rect">
            <a:avLst/>
          </a:prstGeom>
          <a:solidFill>
            <a:srgbClr val="203847"/>
          </a:solidFill>
          <a:ln w="5080">
            <a:solidFill>
              <a:srgbClr val="FFFFFF"/>
            </a:solidFill>
            <a:prstDash val="solid"/>
          </a:ln>
        </p:spPr>
      </p:sp>
      <p:sp>
        <p:nvSpPr>
          <p:cNvPr id="141" name="Text 139"/>
          <p:cNvSpPr/>
          <p:nvPr/>
        </p:nvSpPr>
        <p:spPr>
          <a:xfrm>
            <a:off x="6922389" y="3584448"/>
            <a:ext cx="276987" cy="202997"/>
          </a:xfrm>
          <a:prstGeom prst="rect">
            <a:avLst/>
          </a:prstGeom>
          <a:noFill/>
          <a:ln/>
        </p:spPr>
        <p:txBody>
          <a:bodyPr wrap="square" lIns="0" tIns="0" rIns="0" bIns="0" rtlCol="0" anchor="ctr">
            <a:normAutofit/>
          </a:bodyPr>
          <a:lstStyle/>
          <a:p>
            <a:pPr algn="ctr" indent="0" marL="0">
              <a:buNone/>
            </a:pPr>
            <a:r>
              <a:rPr lang="fr-FR" altLang="en-US" sz="920" dirty="0">
                <a:solidFill>
                  <a:srgbClr val="FFFFFF"/>
                </a:solidFill>
                <a:latin typeface="Arial" pitchFamily="34" charset="0"/>
                <a:ea typeface="Arial" pitchFamily="34" charset="-122"/>
                <a:cs typeface="Arial" pitchFamily="34" charset="-120"/>
              </a:rPr>
              <a:t>X</a:t>
            </a:r>
            <a:endParaRPr lang="fr-FR" sz="920" dirty="0"/>
          </a:p>
        </p:txBody>
      </p:sp>
      <p:sp>
        <p:nvSpPr>
          <p:cNvPr id="142" name="Shape 140"/>
          <p:cNvSpPr/>
          <p:nvPr/>
        </p:nvSpPr>
        <p:spPr>
          <a:xfrm>
            <a:off x="7199376" y="3557016"/>
            <a:ext cx="276987" cy="257861"/>
          </a:xfrm>
          <a:prstGeom prst="rect">
            <a:avLst/>
          </a:prstGeom>
          <a:solidFill>
            <a:srgbClr val="F0F3F5"/>
          </a:solidFill>
          <a:ln w="5080">
            <a:solidFill>
              <a:srgbClr val="F0F3F5"/>
            </a:solidFill>
            <a:prstDash val="solid"/>
          </a:ln>
        </p:spPr>
      </p:sp>
      <p:sp>
        <p:nvSpPr>
          <p:cNvPr id="143" name="Shape 141"/>
          <p:cNvSpPr/>
          <p:nvPr/>
        </p:nvSpPr>
        <p:spPr>
          <a:xfrm>
            <a:off x="7476363" y="3557016"/>
            <a:ext cx="276987" cy="257861"/>
          </a:xfrm>
          <a:prstGeom prst="rect">
            <a:avLst/>
          </a:prstGeom>
          <a:solidFill>
            <a:srgbClr val="F0F3F5"/>
          </a:solidFill>
          <a:ln w="5080">
            <a:solidFill>
              <a:srgbClr val="F0F3F5"/>
            </a:solidFill>
            <a:prstDash val="solid"/>
          </a:ln>
        </p:spPr>
      </p:sp>
      <p:sp>
        <p:nvSpPr>
          <p:cNvPr id="144" name="Shape 142"/>
          <p:cNvSpPr/>
          <p:nvPr/>
        </p:nvSpPr>
        <p:spPr>
          <a:xfrm>
            <a:off x="7753350" y="3557016"/>
            <a:ext cx="276987" cy="257861"/>
          </a:xfrm>
          <a:prstGeom prst="rect">
            <a:avLst/>
          </a:prstGeom>
          <a:solidFill>
            <a:srgbClr val="F0F3F5"/>
          </a:solidFill>
          <a:ln w="5080">
            <a:solidFill>
              <a:srgbClr val="F0F3F5"/>
            </a:solidFill>
            <a:prstDash val="solid"/>
          </a:ln>
        </p:spPr>
      </p:sp>
      <p:sp>
        <p:nvSpPr>
          <p:cNvPr id="145" name="Shape 143"/>
          <p:cNvSpPr/>
          <p:nvPr/>
        </p:nvSpPr>
        <p:spPr>
          <a:xfrm>
            <a:off x="8030337" y="3557016"/>
            <a:ext cx="276987" cy="257861"/>
          </a:xfrm>
          <a:prstGeom prst="rect">
            <a:avLst/>
          </a:prstGeom>
          <a:solidFill>
            <a:srgbClr val="F0F3F5"/>
          </a:solidFill>
          <a:ln w="5080">
            <a:solidFill>
              <a:srgbClr val="F0F3F5"/>
            </a:solidFill>
            <a:prstDash val="solid"/>
          </a:ln>
        </p:spPr>
      </p:sp>
      <p:sp>
        <p:nvSpPr>
          <p:cNvPr id="146" name="Shape 144"/>
          <p:cNvSpPr/>
          <p:nvPr/>
        </p:nvSpPr>
        <p:spPr>
          <a:xfrm>
            <a:off x="9415272" y="3557016"/>
            <a:ext cx="276987" cy="257861"/>
          </a:xfrm>
          <a:prstGeom prst="rect">
            <a:avLst/>
          </a:prstGeom>
          <a:solidFill>
            <a:srgbClr val="F0F3F5"/>
          </a:solidFill>
          <a:ln w="5080">
            <a:solidFill>
              <a:srgbClr val="F0F3F5"/>
            </a:solidFill>
            <a:prstDash val="solid"/>
          </a:ln>
        </p:spPr>
      </p:sp>
      <p:sp>
        <p:nvSpPr>
          <p:cNvPr id="147" name="Shape 145"/>
          <p:cNvSpPr/>
          <p:nvPr/>
        </p:nvSpPr>
        <p:spPr>
          <a:xfrm>
            <a:off x="9692259" y="3557016"/>
            <a:ext cx="276987" cy="257861"/>
          </a:xfrm>
          <a:prstGeom prst="rect">
            <a:avLst/>
          </a:prstGeom>
          <a:solidFill>
            <a:srgbClr val="F0F3F5"/>
          </a:solidFill>
          <a:ln w="5080">
            <a:solidFill>
              <a:srgbClr val="F0F3F5"/>
            </a:solidFill>
            <a:prstDash val="solid"/>
          </a:ln>
        </p:spPr>
      </p:sp>
      <p:sp>
        <p:nvSpPr>
          <p:cNvPr id="148" name="Shape 146"/>
          <p:cNvSpPr/>
          <p:nvPr/>
        </p:nvSpPr>
        <p:spPr>
          <a:xfrm>
            <a:off x="9969246" y="3557016"/>
            <a:ext cx="276987" cy="257861"/>
          </a:xfrm>
          <a:prstGeom prst="rect">
            <a:avLst/>
          </a:prstGeom>
          <a:solidFill>
            <a:srgbClr val="F0F3F5"/>
          </a:solidFill>
          <a:ln w="5080">
            <a:solidFill>
              <a:srgbClr val="F0F3F5"/>
            </a:solidFill>
            <a:prstDash val="solid"/>
          </a:ln>
        </p:spPr>
      </p:sp>
      <p:sp>
        <p:nvSpPr>
          <p:cNvPr id="149" name="Shape 147"/>
          <p:cNvSpPr/>
          <p:nvPr/>
        </p:nvSpPr>
        <p:spPr>
          <a:xfrm>
            <a:off x="10246233" y="3557016"/>
            <a:ext cx="276987" cy="257861"/>
          </a:xfrm>
          <a:prstGeom prst="rect">
            <a:avLst/>
          </a:prstGeom>
          <a:solidFill>
            <a:srgbClr val="F0F3F5"/>
          </a:solidFill>
          <a:ln w="5080">
            <a:solidFill>
              <a:srgbClr val="F0F3F5"/>
            </a:solidFill>
            <a:prstDash val="solid"/>
          </a:ln>
        </p:spPr>
      </p:sp>
      <p:sp>
        <p:nvSpPr>
          <p:cNvPr id="150" name="Shape 148"/>
          <p:cNvSpPr/>
          <p:nvPr/>
        </p:nvSpPr>
        <p:spPr>
          <a:xfrm>
            <a:off x="548640" y="3814877"/>
            <a:ext cx="11082528" cy="257861"/>
          </a:xfrm>
          <a:prstGeom prst="rect">
            <a:avLst/>
          </a:prstGeom>
          <a:solidFill>
            <a:srgbClr val="FFFFFF"/>
          </a:solidFill>
          <a:ln w="5080">
            <a:solidFill>
              <a:srgbClr val="DCE2E6"/>
            </a:solidFill>
            <a:prstDash val="solid"/>
          </a:ln>
        </p:spPr>
      </p:sp>
      <p:sp>
        <p:nvSpPr>
          <p:cNvPr id="151" name="Text 149"/>
          <p:cNvSpPr/>
          <p:nvPr/>
        </p:nvSpPr>
        <p:spPr>
          <a:xfrm>
            <a:off x="630936" y="3837737"/>
            <a:ext cx="3355848" cy="212141"/>
          </a:xfrm>
          <a:prstGeom prst="rect">
            <a:avLst/>
          </a:prstGeom>
          <a:noFill/>
          <a:ln/>
        </p:spPr>
        <p:txBody>
          <a:bodyPr wrap="square" lIns="0" tIns="0" rIns="0" bIns="0" rtlCol="0" anchor="ctr">
            <a:normAutofit/>
          </a:bodyPr>
          <a:lstStyle/>
          <a:p>
            <a:pPr algn="l" indent="0" marL="0">
              <a:buNone/>
            </a:pPr>
            <a:r>
              <a:rPr lang="fr-FR" altLang="en-US" sz="1240" dirty="0">
                <a:solidFill>
                  <a:srgbClr val="203847"/>
                </a:solidFill>
                <a:latin typeface="Arial" pitchFamily="34" charset="0"/>
                <a:ea typeface="Arial" pitchFamily="34" charset="-122"/>
                <a:cs typeface="Arial" pitchFamily="34" charset="-120"/>
              </a:rPr>
              <a:t>07  Préparation des tests</a:t>
            </a:r>
            <a:endParaRPr lang="fr-FR" sz="1240" dirty="0"/>
          </a:p>
        </p:txBody>
      </p:sp>
      <p:sp>
        <p:nvSpPr>
          <p:cNvPr id="152" name="Text 150"/>
          <p:cNvSpPr/>
          <p:nvPr/>
        </p:nvSpPr>
        <p:spPr>
          <a:xfrm>
            <a:off x="4050792" y="3837737"/>
            <a:ext cx="905256" cy="212141"/>
          </a:xfrm>
          <a:prstGeom prst="rect">
            <a:avLst/>
          </a:prstGeom>
          <a:noFill/>
          <a:ln/>
        </p:spPr>
        <p:txBody>
          <a:bodyPr wrap="square" lIns="0" tIns="0" rIns="0" bIns="0" rtlCol="0" anchor="ctr">
            <a:normAutofit/>
          </a:bodyPr>
          <a:lstStyle/>
          <a:p>
            <a:pPr algn="ctr" indent="0" marL="0">
              <a:buNone/>
            </a:pPr>
            <a:r>
              <a:rPr lang="fr-FR" altLang="en-US" sz="1050" dirty="0">
                <a:solidFill>
                  <a:srgbClr val="203847"/>
                </a:solidFill>
                <a:latin typeface="Arial" pitchFamily="34" charset="0"/>
                <a:ea typeface="Arial" pitchFamily="34" charset="-122"/>
                <a:cs typeface="Arial" pitchFamily="34" charset="-120"/>
              </a:rPr>
              <a:t>QA</a:t>
            </a:r>
            <a:endParaRPr lang="fr-FR" sz="1050" dirty="0"/>
          </a:p>
        </p:txBody>
      </p:sp>
      <p:sp>
        <p:nvSpPr>
          <p:cNvPr id="153" name="Shape 151"/>
          <p:cNvSpPr/>
          <p:nvPr/>
        </p:nvSpPr>
        <p:spPr>
          <a:xfrm>
            <a:off x="4983480" y="3814877"/>
            <a:ext cx="276987" cy="257861"/>
          </a:xfrm>
          <a:prstGeom prst="rect">
            <a:avLst/>
          </a:prstGeom>
          <a:solidFill>
            <a:srgbClr val="F0F3F5"/>
          </a:solidFill>
          <a:ln w="5080">
            <a:solidFill>
              <a:srgbClr val="F0F3F5"/>
            </a:solidFill>
            <a:prstDash val="solid"/>
          </a:ln>
        </p:spPr>
      </p:sp>
      <p:sp>
        <p:nvSpPr>
          <p:cNvPr id="154" name="Shape 152"/>
          <p:cNvSpPr/>
          <p:nvPr/>
        </p:nvSpPr>
        <p:spPr>
          <a:xfrm>
            <a:off x="5260467" y="3814877"/>
            <a:ext cx="276987" cy="257861"/>
          </a:xfrm>
          <a:prstGeom prst="rect">
            <a:avLst/>
          </a:prstGeom>
          <a:solidFill>
            <a:srgbClr val="F0F3F5"/>
          </a:solidFill>
          <a:ln w="5080">
            <a:solidFill>
              <a:srgbClr val="F0F3F5"/>
            </a:solidFill>
            <a:prstDash val="solid"/>
          </a:ln>
        </p:spPr>
      </p:sp>
      <p:sp>
        <p:nvSpPr>
          <p:cNvPr id="155" name="Shape 153"/>
          <p:cNvSpPr/>
          <p:nvPr/>
        </p:nvSpPr>
        <p:spPr>
          <a:xfrm>
            <a:off x="5537454" y="3814877"/>
            <a:ext cx="276987" cy="257861"/>
          </a:xfrm>
          <a:prstGeom prst="rect">
            <a:avLst/>
          </a:prstGeom>
          <a:solidFill>
            <a:srgbClr val="4D7886"/>
          </a:solidFill>
          <a:ln w="5080">
            <a:solidFill>
              <a:srgbClr val="FFFFFF"/>
            </a:solidFill>
            <a:prstDash val="solid"/>
          </a:ln>
        </p:spPr>
      </p:sp>
      <p:sp>
        <p:nvSpPr>
          <p:cNvPr id="156" name="Text 154"/>
          <p:cNvSpPr/>
          <p:nvPr/>
        </p:nvSpPr>
        <p:spPr>
          <a:xfrm>
            <a:off x="5537454" y="3842309"/>
            <a:ext cx="276987" cy="202997"/>
          </a:xfrm>
          <a:prstGeom prst="rect">
            <a:avLst/>
          </a:prstGeom>
          <a:noFill/>
          <a:ln/>
        </p:spPr>
        <p:txBody>
          <a:bodyPr wrap="square" lIns="0" tIns="0" rIns="0" bIns="0" rtlCol="0" anchor="ctr">
            <a:normAutofit/>
          </a:bodyPr>
          <a:lstStyle/>
          <a:p>
            <a:pPr algn="ctr" indent="0" marL="0">
              <a:buNone/>
            </a:pPr>
            <a:r>
              <a:rPr lang="fr-FR" altLang="en-US" sz="920" dirty="0">
                <a:solidFill>
                  <a:srgbClr val="FFFFFF"/>
                </a:solidFill>
                <a:latin typeface="Arial" pitchFamily="34" charset="0"/>
                <a:ea typeface="Arial" pitchFamily="34" charset="-122"/>
                <a:cs typeface="Arial" pitchFamily="34" charset="-120"/>
              </a:rPr>
              <a:t>P</a:t>
            </a:r>
            <a:endParaRPr lang="fr-FR" sz="920" dirty="0"/>
          </a:p>
        </p:txBody>
      </p:sp>
      <p:sp>
        <p:nvSpPr>
          <p:cNvPr id="157" name="Shape 155"/>
          <p:cNvSpPr/>
          <p:nvPr/>
        </p:nvSpPr>
        <p:spPr>
          <a:xfrm>
            <a:off x="5814441" y="3814877"/>
            <a:ext cx="276987" cy="257861"/>
          </a:xfrm>
          <a:prstGeom prst="rect">
            <a:avLst/>
          </a:prstGeom>
          <a:solidFill>
            <a:srgbClr val="4D7886"/>
          </a:solidFill>
          <a:ln w="5080">
            <a:solidFill>
              <a:srgbClr val="FFFFFF"/>
            </a:solidFill>
            <a:prstDash val="solid"/>
          </a:ln>
        </p:spPr>
      </p:sp>
      <p:sp>
        <p:nvSpPr>
          <p:cNvPr id="158" name="Text 156"/>
          <p:cNvSpPr/>
          <p:nvPr/>
        </p:nvSpPr>
        <p:spPr>
          <a:xfrm>
            <a:off x="5814441" y="3842309"/>
            <a:ext cx="276987" cy="202997"/>
          </a:xfrm>
          <a:prstGeom prst="rect">
            <a:avLst/>
          </a:prstGeom>
          <a:noFill/>
          <a:ln/>
        </p:spPr>
        <p:txBody>
          <a:bodyPr wrap="square" lIns="0" tIns="0" rIns="0" bIns="0" rtlCol="0" anchor="ctr">
            <a:normAutofit/>
          </a:bodyPr>
          <a:lstStyle/>
          <a:p>
            <a:pPr algn="ctr" indent="0" marL="0">
              <a:buNone/>
            </a:pPr>
            <a:r>
              <a:rPr lang="fr-FR" altLang="en-US" sz="920" dirty="0">
                <a:solidFill>
                  <a:srgbClr val="FFFFFF"/>
                </a:solidFill>
                <a:latin typeface="Arial" pitchFamily="34" charset="0"/>
                <a:ea typeface="Arial" pitchFamily="34" charset="-122"/>
                <a:cs typeface="Arial" pitchFamily="34" charset="-120"/>
              </a:rPr>
              <a:t>P</a:t>
            </a:r>
            <a:endParaRPr lang="fr-FR" sz="920" dirty="0"/>
          </a:p>
        </p:txBody>
      </p:sp>
      <p:sp>
        <p:nvSpPr>
          <p:cNvPr id="159" name="Shape 157"/>
          <p:cNvSpPr/>
          <p:nvPr/>
        </p:nvSpPr>
        <p:spPr>
          <a:xfrm>
            <a:off x="6091428" y="3814877"/>
            <a:ext cx="276987" cy="257861"/>
          </a:xfrm>
          <a:prstGeom prst="rect">
            <a:avLst/>
          </a:prstGeom>
          <a:solidFill>
            <a:srgbClr val="4D7886"/>
          </a:solidFill>
          <a:ln w="5080">
            <a:solidFill>
              <a:srgbClr val="FFFFFF"/>
            </a:solidFill>
            <a:prstDash val="solid"/>
          </a:ln>
        </p:spPr>
      </p:sp>
      <p:sp>
        <p:nvSpPr>
          <p:cNvPr id="160" name="Text 158"/>
          <p:cNvSpPr/>
          <p:nvPr/>
        </p:nvSpPr>
        <p:spPr>
          <a:xfrm>
            <a:off x="6091428" y="3842309"/>
            <a:ext cx="276987" cy="202997"/>
          </a:xfrm>
          <a:prstGeom prst="rect">
            <a:avLst/>
          </a:prstGeom>
          <a:noFill/>
          <a:ln/>
        </p:spPr>
        <p:txBody>
          <a:bodyPr wrap="square" lIns="0" tIns="0" rIns="0" bIns="0" rtlCol="0" anchor="ctr">
            <a:normAutofit/>
          </a:bodyPr>
          <a:lstStyle/>
          <a:p>
            <a:pPr algn="ctr" indent="0" marL="0">
              <a:buNone/>
            </a:pPr>
            <a:r>
              <a:rPr lang="fr-FR" altLang="en-US" sz="920" dirty="0">
                <a:solidFill>
                  <a:srgbClr val="FFFFFF"/>
                </a:solidFill>
                <a:latin typeface="Arial" pitchFamily="34" charset="0"/>
                <a:ea typeface="Arial" pitchFamily="34" charset="-122"/>
                <a:cs typeface="Arial" pitchFamily="34" charset="-120"/>
              </a:rPr>
              <a:t>P</a:t>
            </a:r>
            <a:endParaRPr lang="fr-FR" sz="920" dirty="0"/>
          </a:p>
        </p:txBody>
      </p:sp>
      <p:sp>
        <p:nvSpPr>
          <p:cNvPr id="161" name="Shape 159"/>
          <p:cNvSpPr/>
          <p:nvPr/>
        </p:nvSpPr>
        <p:spPr>
          <a:xfrm>
            <a:off x="6368415" y="3814877"/>
            <a:ext cx="276987" cy="257861"/>
          </a:xfrm>
          <a:prstGeom prst="rect">
            <a:avLst/>
          </a:prstGeom>
          <a:solidFill>
            <a:srgbClr val="4D7886"/>
          </a:solidFill>
          <a:ln w="5080">
            <a:solidFill>
              <a:srgbClr val="FFFFFF"/>
            </a:solidFill>
            <a:prstDash val="solid"/>
          </a:ln>
        </p:spPr>
      </p:sp>
      <p:sp>
        <p:nvSpPr>
          <p:cNvPr id="162" name="Text 160"/>
          <p:cNvSpPr/>
          <p:nvPr/>
        </p:nvSpPr>
        <p:spPr>
          <a:xfrm>
            <a:off x="6368415" y="3842309"/>
            <a:ext cx="276987" cy="202997"/>
          </a:xfrm>
          <a:prstGeom prst="rect">
            <a:avLst/>
          </a:prstGeom>
          <a:noFill/>
          <a:ln/>
        </p:spPr>
        <p:txBody>
          <a:bodyPr wrap="square" lIns="0" tIns="0" rIns="0" bIns="0" rtlCol="0" anchor="ctr">
            <a:normAutofit/>
          </a:bodyPr>
          <a:lstStyle/>
          <a:p>
            <a:pPr algn="ctr" indent="0" marL="0">
              <a:buNone/>
            </a:pPr>
            <a:r>
              <a:rPr lang="fr-FR" altLang="en-US" sz="920" dirty="0">
                <a:solidFill>
                  <a:srgbClr val="FFFFFF"/>
                </a:solidFill>
                <a:latin typeface="Arial" pitchFamily="34" charset="0"/>
                <a:ea typeface="Arial" pitchFamily="34" charset="-122"/>
                <a:cs typeface="Arial" pitchFamily="34" charset="-120"/>
              </a:rPr>
              <a:t>P</a:t>
            </a:r>
            <a:endParaRPr lang="fr-FR" sz="920" dirty="0"/>
          </a:p>
        </p:txBody>
      </p:sp>
      <p:sp>
        <p:nvSpPr>
          <p:cNvPr id="163" name="Shape 161"/>
          <p:cNvSpPr/>
          <p:nvPr/>
        </p:nvSpPr>
        <p:spPr>
          <a:xfrm>
            <a:off x="6645402" y="3814877"/>
            <a:ext cx="276987" cy="257861"/>
          </a:xfrm>
          <a:prstGeom prst="rect">
            <a:avLst/>
          </a:prstGeom>
          <a:solidFill>
            <a:srgbClr val="4D7886"/>
          </a:solidFill>
          <a:ln w="5080">
            <a:solidFill>
              <a:srgbClr val="FFFFFF"/>
            </a:solidFill>
            <a:prstDash val="solid"/>
          </a:ln>
        </p:spPr>
      </p:sp>
      <p:sp>
        <p:nvSpPr>
          <p:cNvPr id="164" name="Text 162"/>
          <p:cNvSpPr/>
          <p:nvPr/>
        </p:nvSpPr>
        <p:spPr>
          <a:xfrm>
            <a:off x="6645402" y="3842309"/>
            <a:ext cx="276987" cy="202997"/>
          </a:xfrm>
          <a:prstGeom prst="rect">
            <a:avLst/>
          </a:prstGeom>
          <a:noFill/>
          <a:ln/>
        </p:spPr>
        <p:txBody>
          <a:bodyPr wrap="square" lIns="0" tIns="0" rIns="0" bIns="0" rtlCol="0" anchor="ctr">
            <a:normAutofit/>
          </a:bodyPr>
          <a:lstStyle/>
          <a:p>
            <a:pPr algn="ctr" indent="0" marL="0">
              <a:buNone/>
            </a:pPr>
            <a:r>
              <a:rPr lang="fr-FR" altLang="en-US" sz="920" dirty="0">
                <a:solidFill>
                  <a:srgbClr val="FFFFFF"/>
                </a:solidFill>
                <a:latin typeface="Arial" pitchFamily="34" charset="0"/>
                <a:ea typeface="Arial" pitchFamily="34" charset="-122"/>
                <a:cs typeface="Arial" pitchFamily="34" charset="-120"/>
              </a:rPr>
              <a:t>P</a:t>
            </a:r>
            <a:endParaRPr lang="fr-FR" sz="920" dirty="0"/>
          </a:p>
        </p:txBody>
      </p:sp>
      <p:sp>
        <p:nvSpPr>
          <p:cNvPr id="165" name="Shape 163"/>
          <p:cNvSpPr/>
          <p:nvPr/>
        </p:nvSpPr>
        <p:spPr>
          <a:xfrm>
            <a:off x="6922389" y="3814877"/>
            <a:ext cx="276987" cy="257861"/>
          </a:xfrm>
          <a:prstGeom prst="rect">
            <a:avLst/>
          </a:prstGeom>
          <a:solidFill>
            <a:srgbClr val="4D7886"/>
          </a:solidFill>
          <a:ln w="5080">
            <a:solidFill>
              <a:srgbClr val="FFFFFF"/>
            </a:solidFill>
            <a:prstDash val="solid"/>
          </a:ln>
        </p:spPr>
      </p:sp>
      <p:sp>
        <p:nvSpPr>
          <p:cNvPr id="166" name="Text 164"/>
          <p:cNvSpPr/>
          <p:nvPr/>
        </p:nvSpPr>
        <p:spPr>
          <a:xfrm>
            <a:off x="6922389" y="3842309"/>
            <a:ext cx="276987" cy="202997"/>
          </a:xfrm>
          <a:prstGeom prst="rect">
            <a:avLst/>
          </a:prstGeom>
          <a:noFill/>
          <a:ln/>
        </p:spPr>
        <p:txBody>
          <a:bodyPr wrap="square" lIns="0" tIns="0" rIns="0" bIns="0" rtlCol="0" anchor="ctr">
            <a:normAutofit/>
          </a:bodyPr>
          <a:lstStyle/>
          <a:p>
            <a:pPr algn="ctr" indent="0" marL="0">
              <a:buNone/>
            </a:pPr>
            <a:r>
              <a:rPr lang="fr-FR" altLang="en-US" sz="920" dirty="0">
                <a:solidFill>
                  <a:srgbClr val="FFFFFF"/>
                </a:solidFill>
                <a:latin typeface="Arial" pitchFamily="34" charset="0"/>
                <a:ea typeface="Arial" pitchFamily="34" charset="-122"/>
                <a:cs typeface="Arial" pitchFamily="34" charset="-120"/>
              </a:rPr>
              <a:t>P</a:t>
            </a:r>
            <a:endParaRPr lang="fr-FR" sz="920" dirty="0"/>
          </a:p>
        </p:txBody>
      </p:sp>
      <p:sp>
        <p:nvSpPr>
          <p:cNvPr id="167" name="Shape 165"/>
          <p:cNvSpPr/>
          <p:nvPr/>
        </p:nvSpPr>
        <p:spPr>
          <a:xfrm>
            <a:off x="7199376" y="3814877"/>
            <a:ext cx="276987" cy="257861"/>
          </a:xfrm>
          <a:prstGeom prst="rect">
            <a:avLst/>
          </a:prstGeom>
          <a:solidFill>
            <a:srgbClr val="F0F3F5"/>
          </a:solidFill>
          <a:ln w="5080">
            <a:solidFill>
              <a:srgbClr val="F0F3F5"/>
            </a:solidFill>
            <a:prstDash val="solid"/>
          </a:ln>
        </p:spPr>
      </p:sp>
      <p:sp>
        <p:nvSpPr>
          <p:cNvPr id="168" name="Shape 166"/>
          <p:cNvSpPr/>
          <p:nvPr/>
        </p:nvSpPr>
        <p:spPr>
          <a:xfrm>
            <a:off x="7476363" y="3814877"/>
            <a:ext cx="276987" cy="257861"/>
          </a:xfrm>
          <a:prstGeom prst="rect">
            <a:avLst/>
          </a:prstGeom>
          <a:solidFill>
            <a:srgbClr val="F0F3F5"/>
          </a:solidFill>
          <a:ln w="5080">
            <a:solidFill>
              <a:srgbClr val="F0F3F5"/>
            </a:solidFill>
            <a:prstDash val="solid"/>
          </a:ln>
        </p:spPr>
      </p:sp>
      <p:sp>
        <p:nvSpPr>
          <p:cNvPr id="169" name="Shape 167"/>
          <p:cNvSpPr/>
          <p:nvPr/>
        </p:nvSpPr>
        <p:spPr>
          <a:xfrm>
            <a:off x="7753350" y="3814877"/>
            <a:ext cx="276987" cy="257861"/>
          </a:xfrm>
          <a:prstGeom prst="rect">
            <a:avLst/>
          </a:prstGeom>
          <a:solidFill>
            <a:srgbClr val="F0F3F5"/>
          </a:solidFill>
          <a:ln w="5080">
            <a:solidFill>
              <a:srgbClr val="F0F3F5"/>
            </a:solidFill>
            <a:prstDash val="solid"/>
          </a:ln>
        </p:spPr>
      </p:sp>
      <p:sp>
        <p:nvSpPr>
          <p:cNvPr id="170" name="Shape 168"/>
          <p:cNvSpPr/>
          <p:nvPr/>
        </p:nvSpPr>
        <p:spPr>
          <a:xfrm>
            <a:off x="8030337" y="3814877"/>
            <a:ext cx="276987" cy="257861"/>
          </a:xfrm>
          <a:prstGeom prst="rect">
            <a:avLst/>
          </a:prstGeom>
          <a:solidFill>
            <a:srgbClr val="F0F3F5"/>
          </a:solidFill>
          <a:ln w="5080">
            <a:solidFill>
              <a:srgbClr val="F0F3F5"/>
            </a:solidFill>
            <a:prstDash val="solid"/>
          </a:ln>
        </p:spPr>
      </p:sp>
      <p:sp>
        <p:nvSpPr>
          <p:cNvPr id="171" name="Shape 169"/>
          <p:cNvSpPr/>
          <p:nvPr/>
        </p:nvSpPr>
        <p:spPr>
          <a:xfrm>
            <a:off x="9415272" y="3814877"/>
            <a:ext cx="276987" cy="257861"/>
          </a:xfrm>
          <a:prstGeom prst="rect">
            <a:avLst/>
          </a:prstGeom>
          <a:solidFill>
            <a:srgbClr val="F0F3F5"/>
          </a:solidFill>
          <a:ln w="5080">
            <a:solidFill>
              <a:srgbClr val="F0F3F5"/>
            </a:solidFill>
            <a:prstDash val="solid"/>
          </a:ln>
        </p:spPr>
      </p:sp>
      <p:sp>
        <p:nvSpPr>
          <p:cNvPr id="172" name="Shape 170"/>
          <p:cNvSpPr/>
          <p:nvPr/>
        </p:nvSpPr>
        <p:spPr>
          <a:xfrm>
            <a:off x="9692259" y="3814877"/>
            <a:ext cx="276987" cy="257861"/>
          </a:xfrm>
          <a:prstGeom prst="rect">
            <a:avLst/>
          </a:prstGeom>
          <a:solidFill>
            <a:srgbClr val="F0F3F5"/>
          </a:solidFill>
          <a:ln w="5080">
            <a:solidFill>
              <a:srgbClr val="F0F3F5"/>
            </a:solidFill>
            <a:prstDash val="solid"/>
          </a:ln>
        </p:spPr>
      </p:sp>
      <p:sp>
        <p:nvSpPr>
          <p:cNvPr id="173" name="Shape 171"/>
          <p:cNvSpPr/>
          <p:nvPr/>
        </p:nvSpPr>
        <p:spPr>
          <a:xfrm>
            <a:off x="9969246" y="3814877"/>
            <a:ext cx="276987" cy="257861"/>
          </a:xfrm>
          <a:prstGeom prst="rect">
            <a:avLst/>
          </a:prstGeom>
          <a:solidFill>
            <a:srgbClr val="F0F3F5"/>
          </a:solidFill>
          <a:ln w="5080">
            <a:solidFill>
              <a:srgbClr val="F0F3F5"/>
            </a:solidFill>
            <a:prstDash val="solid"/>
          </a:ln>
        </p:spPr>
      </p:sp>
      <p:sp>
        <p:nvSpPr>
          <p:cNvPr id="174" name="Shape 172"/>
          <p:cNvSpPr/>
          <p:nvPr/>
        </p:nvSpPr>
        <p:spPr>
          <a:xfrm>
            <a:off x="10246233" y="3814877"/>
            <a:ext cx="276987" cy="257861"/>
          </a:xfrm>
          <a:prstGeom prst="rect">
            <a:avLst/>
          </a:prstGeom>
          <a:solidFill>
            <a:srgbClr val="F0F3F5"/>
          </a:solidFill>
          <a:ln w="5080">
            <a:solidFill>
              <a:srgbClr val="F0F3F5"/>
            </a:solidFill>
            <a:prstDash val="solid"/>
          </a:ln>
        </p:spPr>
      </p:sp>
      <p:sp>
        <p:nvSpPr>
          <p:cNvPr id="175" name="Shape 173"/>
          <p:cNvSpPr/>
          <p:nvPr/>
        </p:nvSpPr>
        <p:spPr>
          <a:xfrm>
            <a:off x="548640" y="4072738"/>
            <a:ext cx="11082528" cy="257861"/>
          </a:xfrm>
          <a:prstGeom prst="rect">
            <a:avLst/>
          </a:prstGeom>
          <a:solidFill>
            <a:srgbClr val="F0F3F5"/>
          </a:solidFill>
          <a:ln w="5080">
            <a:solidFill>
              <a:srgbClr val="DCE2E6"/>
            </a:solidFill>
            <a:prstDash val="solid"/>
          </a:ln>
        </p:spPr>
      </p:sp>
      <p:sp>
        <p:nvSpPr>
          <p:cNvPr id="176" name="Text 174"/>
          <p:cNvSpPr/>
          <p:nvPr/>
        </p:nvSpPr>
        <p:spPr>
          <a:xfrm>
            <a:off x="630936" y="4095598"/>
            <a:ext cx="3355848" cy="212141"/>
          </a:xfrm>
          <a:prstGeom prst="rect">
            <a:avLst/>
          </a:prstGeom>
          <a:noFill/>
          <a:ln/>
        </p:spPr>
        <p:txBody>
          <a:bodyPr wrap="square" lIns="0" tIns="0" rIns="0" bIns="0" rtlCol="0" anchor="ctr">
            <a:normAutofit/>
          </a:bodyPr>
          <a:lstStyle/>
          <a:p>
            <a:pPr algn="l" indent="0" marL="0">
              <a:buNone/>
            </a:pPr>
            <a:r>
              <a:rPr lang="fr-FR" altLang="en-US" sz="1240" dirty="0">
                <a:solidFill>
                  <a:srgbClr val="203847"/>
                </a:solidFill>
                <a:latin typeface="Arial" pitchFamily="34" charset="0"/>
                <a:ea typeface="Arial" pitchFamily="34" charset="-122"/>
                <a:cs typeface="Arial" pitchFamily="34" charset="-120"/>
              </a:rPr>
              <a:t>08  Environnements et simulateur</a:t>
            </a:r>
            <a:endParaRPr lang="fr-FR" sz="1240" dirty="0"/>
          </a:p>
        </p:txBody>
      </p:sp>
      <p:sp>
        <p:nvSpPr>
          <p:cNvPr id="177" name="Text 175"/>
          <p:cNvSpPr/>
          <p:nvPr/>
        </p:nvSpPr>
        <p:spPr>
          <a:xfrm>
            <a:off x="4050792" y="4095598"/>
            <a:ext cx="905256" cy="212141"/>
          </a:xfrm>
          <a:prstGeom prst="rect">
            <a:avLst/>
          </a:prstGeom>
          <a:noFill/>
          <a:ln/>
        </p:spPr>
        <p:txBody>
          <a:bodyPr wrap="square" lIns="0" tIns="0" rIns="0" bIns="0" rtlCol="0" anchor="ctr">
            <a:normAutofit/>
          </a:bodyPr>
          <a:lstStyle/>
          <a:p>
            <a:pPr algn="ctr" indent="0" marL="0">
              <a:buNone/>
            </a:pPr>
            <a:r>
              <a:rPr lang="fr-FR" altLang="en-US" sz="1050" dirty="0">
                <a:solidFill>
                  <a:srgbClr val="203847"/>
                </a:solidFill>
                <a:latin typeface="Arial" pitchFamily="34" charset="0"/>
                <a:ea typeface="Arial" pitchFamily="34" charset="-122"/>
                <a:cs typeface="Arial" pitchFamily="34" charset="-120"/>
              </a:rPr>
              <a:t>RT / BE</a:t>
            </a:r>
            <a:endParaRPr lang="fr-FR" sz="1050" dirty="0"/>
          </a:p>
        </p:txBody>
      </p:sp>
      <p:sp>
        <p:nvSpPr>
          <p:cNvPr id="178" name="Shape 176"/>
          <p:cNvSpPr/>
          <p:nvPr/>
        </p:nvSpPr>
        <p:spPr>
          <a:xfrm>
            <a:off x="4983480" y="4072738"/>
            <a:ext cx="276987" cy="257861"/>
          </a:xfrm>
          <a:prstGeom prst="rect">
            <a:avLst/>
          </a:prstGeom>
          <a:solidFill>
            <a:srgbClr val="F0F3F5"/>
          </a:solidFill>
          <a:ln w="5080">
            <a:solidFill>
              <a:srgbClr val="F0F3F5"/>
            </a:solidFill>
            <a:prstDash val="solid"/>
          </a:ln>
        </p:spPr>
      </p:sp>
      <p:sp>
        <p:nvSpPr>
          <p:cNvPr id="179" name="Shape 177"/>
          <p:cNvSpPr/>
          <p:nvPr/>
        </p:nvSpPr>
        <p:spPr>
          <a:xfrm>
            <a:off x="5260467" y="4072738"/>
            <a:ext cx="276987" cy="257861"/>
          </a:xfrm>
          <a:prstGeom prst="rect">
            <a:avLst/>
          </a:prstGeom>
          <a:solidFill>
            <a:srgbClr val="F0F3F5"/>
          </a:solidFill>
          <a:ln w="5080">
            <a:solidFill>
              <a:srgbClr val="F0F3F5"/>
            </a:solidFill>
            <a:prstDash val="solid"/>
          </a:ln>
        </p:spPr>
      </p:sp>
      <p:sp>
        <p:nvSpPr>
          <p:cNvPr id="180" name="Shape 178"/>
          <p:cNvSpPr/>
          <p:nvPr/>
        </p:nvSpPr>
        <p:spPr>
          <a:xfrm>
            <a:off x="5537454" y="4072738"/>
            <a:ext cx="276987" cy="257861"/>
          </a:xfrm>
          <a:prstGeom prst="rect">
            <a:avLst/>
          </a:prstGeom>
          <a:solidFill>
            <a:srgbClr val="F0F3F5"/>
          </a:solidFill>
          <a:ln w="5080">
            <a:solidFill>
              <a:srgbClr val="F0F3F5"/>
            </a:solidFill>
            <a:prstDash val="solid"/>
          </a:ln>
        </p:spPr>
      </p:sp>
      <p:sp>
        <p:nvSpPr>
          <p:cNvPr id="181" name="Shape 179"/>
          <p:cNvSpPr/>
          <p:nvPr/>
        </p:nvSpPr>
        <p:spPr>
          <a:xfrm>
            <a:off x="5814441" y="4072738"/>
            <a:ext cx="276987" cy="257861"/>
          </a:xfrm>
          <a:prstGeom prst="rect">
            <a:avLst/>
          </a:prstGeom>
          <a:solidFill>
            <a:srgbClr val="F0F3F5"/>
          </a:solidFill>
          <a:ln w="5080">
            <a:solidFill>
              <a:srgbClr val="F0F3F5"/>
            </a:solidFill>
            <a:prstDash val="solid"/>
          </a:ln>
        </p:spPr>
      </p:sp>
      <p:sp>
        <p:nvSpPr>
          <p:cNvPr id="182" name="Shape 180"/>
          <p:cNvSpPr/>
          <p:nvPr/>
        </p:nvSpPr>
        <p:spPr>
          <a:xfrm>
            <a:off x="7199376" y="4072738"/>
            <a:ext cx="276987" cy="257861"/>
          </a:xfrm>
          <a:prstGeom prst="rect">
            <a:avLst/>
          </a:prstGeom>
          <a:solidFill>
            <a:srgbClr val="203847"/>
          </a:solidFill>
          <a:ln w="5080">
            <a:solidFill>
              <a:srgbClr val="FFFFFF"/>
            </a:solidFill>
            <a:prstDash val="solid"/>
          </a:ln>
        </p:spPr>
      </p:sp>
      <p:sp>
        <p:nvSpPr>
          <p:cNvPr id="183" name="Text 181"/>
          <p:cNvSpPr/>
          <p:nvPr/>
        </p:nvSpPr>
        <p:spPr>
          <a:xfrm>
            <a:off x="7199376" y="4100170"/>
            <a:ext cx="276987" cy="202997"/>
          </a:xfrm>
          <a:prstGeom prst="rect">
            <a:avLst/>
          </a:prstGeom>
          <a:noFill/>
          <a:ln/>
        </p:spPr>
        <p:txBody>
          <a:bodyPr wrap="square" lIns="0" tIns="0" rIns="0" bIns="0" rtlCol="0" anchor="ctr">
            <a:normAutofit/>
          </a:bodyPr>
          <a:lstStyle/>
          <a:p>
            <a:pPr algn="ctr" indent="0" marL="0">
              <a:buNone/>
            </a:pPr>
            <a:r>
              <a:rPr lang="fr-FR" altLang="en-US" sz="920" dirty="0">
                <a:solidFill>
                  <a:srgbClr val="FFFFFF"/>
                </a:solidFill>
                <a:latin typeface="Arial" pitchFamily="34" charset="0"/>
                <a:ea typeface="Arial" pitchFamily="34" charset="-122"/>
                <a:cs typeface="Arial" pitchFamily="34" charset="-120"/>
              </a:rPr>
              <a:t>X</a:t>
            </a:r>
            <a:endParaRPr lang="fr-FR" sz="920" dirty="0"/>
          </a:p>
        </p:txBody>
      </p:sp>
      <p:sp>
        <p:nvSpPr>
          <p:cNvPr id="184" name="Shape 182"/>
          <p:cNvSpPr/>
          <p:nvPr/>
        </p:nvSpPr>
        <p:spPr>
          <a:xfrm>
            <a:off x="7476363" y="4072738"/>
            <a:ext cx="276987" cy="257861"/>
          </a:xfrm>
          <a:prstGeom prst="rect">
            <a:avLst/>
          </a:prstGeom>
          <a:solidFill>
            <a:srgbClr val="203847"/>
          </a:solidFill>
          <a:ln w="5080">
            <a:solidFill>
              <a:srgbClr val="FFFFFF"/>
            </a:solidFill>
            <a:prstDash val="solid"/>
          </a:ln>
        </p:spPr>
      </p:sp>
      <p:sp>
        <p:nvSpPr>
          <p:cNvPr id="185" name="Text 183"/>
          <p:cNvSpPr/>
          <p:nvPr/>
        </p:nvSpPr>
        <p:spPr>
          <a:xfrm>
            <a:off x="7476363" y="4100170"/>
            <a:ext cx="276987" cy="202997"/>
          </a:xfrm>
          <a:prstGeom prst="rect">
            <a:avLst/>
          </a:prstGeom>
          <a:noFill/>
          <a:ln/>
        </p:spPr>
        <p:txBody>
          <a:bodyPr wrap="square" lIns="0" tIns="0" rIns="0" bIns="0" rtlCol="0" anchor="ctr">
            <a:normAutofit/>
          </a:bodyPr>
          <a:lstStyle/>
          <a:p>
            <a:pPr algn="ctr" indent="0" marL="0">
              <a:buNone/>
            </a:pPr>
            <a:r>
              <a:rPr lang="fr-FR" altLang="en-US" sz="920" dirty="0">
                <a:solidFill>
                  <a:srgbClr val="FFFFFF"/>
                </a:solidFill>
                <a:latin typeface="Arial" pitchFamily="34" charset="0"/>
                <a:ea typeface="Arial" pitchFamily="34" charset="-122"/>
                <a:cs typeface="Arial" pitchFamily="34" charset="-120"/>
              </a:rPr>
              <a:t>X</a:t>
            </a:r>
            <a:endParaRPr lang="fr-FR" sz="920" dirty="0"/>
          </a:p>
        </p:txBody>
      </p:sp>
      <p:sp>
        <p:nvSpPr>
          <p:cNvPr id="186" name="Shape 184"/>
          <p:cNvSpPr/>
          <p:nvPr/>
        </p:nvSpPr>
        <p:spPr>
          <a:xfrm>
            <a:off x="7753350" y="4072738"/>
            <a:ext cx="276987" cy="257861"/>
          </a:xfrm>
          <a:prstGeom prst="rect">
            <a:avLst/>
          </a:prstGeom>
          <a:solidFill>
            <a:srgbClr val="F0F3F5"/>
          </a:solidFill>
          <a:ln w="5080">
            <a:solidFill>
              <a:srgbClr val="F0F3F5"/>
            </a:solidFill>
            <a:prstDash val="solid"/>
          </a:ln>
        </p:spPr>
      </p:sp>
      <p:sp>
        <p:nvSpPr>
          <p:cNvPr id="187" name="Shape 185"/>
          <p:cNvSpPr/>
          <p:nvPr/>
        </p:nvSpPr>
        <p:spPr>
          <a:xfrm>
            <a:off x="8030337" y="4072738"/>
            <a:ext cx="276987" cy="257861"/>
          </a:xfrm>
          <a:prstGeom prst="rect">
            <a:avLst/>
          </a:prstGeom>
          <a:solidFill>
            <a:srgbClr val="F0F3F5"/>
          </a:solidFill>
          <a:ln w="5080">
            <a:solidFill>
              <a:srgbClr val="F0F3F5"/>
            </a:solidFill>
            <a:prstDash val="solid"/>
          </a:ln>
        </p:spPr>
      </p:sp>
      <p:sp>
        <p:nvSpPr>
          <p:cNvPr id="188" name="Shape 186"/>
          <p:cNvSpPr/>
          <p:nvPr/>
        </p:nvSpPr>
        <p:spPr>
          <a:xfrm>
            <a:off x="9415272" y="4072738"/>
            <a:ext cx="276987" cy="257861"/>
          </a:xfrm>
          <a:prstGeom prst="rect">
            <a:avLst/>
          </a:prstGeom>
          <a:solidFill>
            <a:srgbClr val="F0F3F5"/>
          </a:solidFill>
          <a:ln w="5080">
            <a:solidFill>
              <a:srgbClr val="F0F3F5"/>
            </a:solidFill>
            <a:prstDash val="solid"/>
          </a:ln>
        </p:spPr>
      </p:sp>
      <p:sp>
        <p:nvSpPr>
          <p:cNvPr id="189" name="Shape 187"/>
          <p:cNvSpPr/>
          <p:nvPr/>
        </p:nvSpPr>
        <p:spPr>
          <a:xfrm>
            <a:off x="9692259" y="4072738"/>
            <a:ext cx="276987" cy="257861"/>
          </a:xfrm>
          <a:prstGeom prst="rect">
            <a:avLst/>
          </a:prstGeom>
          <a:solidFill>
            <a:srgbClr val="F0F3F5"/>
          </a:solidFill>
          <a:ln w="5080">
            <a:solidFill>
              <a:srgbClr val="F0F3F5"/>
            </a:solidFill>
            <a:prstDash val="solid"/>
          </a:ln>
        </p:spPr>
      </p:sp>
      <p:sp>
        <p:nvSpPr>
          <p:cNvPr id="190" name="Shape 188"/>
          <p:cNvSpPr/>
          <p:nvPr/>
        </p:nvSpPr>
        <p:spPr>
          <a:xfrm>
            <a:off x="9969246" y="4072738"/>
            <a:ext cx="276987" cy="257861"/>
          </a:xfrm>
          <a:prstGeom prst="rect">
            <a:avLst/>
          </a:prstGeom>
          <a:solidFill>
            <a:srgbClr val="F0F3F5"/>
          </a:solidFill>
          <a:ln w="5080">
            <a:solidFill>
              <a:srgbClr val="F0F3F5"/>
            </a:solidFill>
            <a:prstDash val="solid"/>
          </a:ln>
        </p:spPr>
      </p:sp>
      <p:sp>
        <p:nvSpPr>
          <p:cNvPr id="191" name="Shape 189"/>
          <p:cNvSpPr/>
          <p:nvPr/>
        </p:nvSpPr>
        <p:spPr>
          <a:xfrm>
            <a:off x="10246233" y="4072738"/>
            <a:ext cx="276987" cy="257861"/>
          </a:xfrm>
          <a:prstGeom prst="rect">
            <a:avLst/>
          </a:prstGeom>
          <a:solidFill>
            <a:srgbClr val="F0F3F5"/>
          </a:solidFill>
          <a:ln w="5080">
            <a:solidFill>
              <a:srgbClr val="F0F3F5"/>
            </a:solidFill>
            <a:prstDash val="solid"/>
          </a:ln>
        </p:spPr>
      </p:sp>
      <p:sp>
        <p:nvSpPr>
          <p:cNvPr id="192" name="Shape 190"/>
          <p:cNvSpPr/>
          <p:nvPr/>
        </p:nvSpPr>
        <p:spPr>
          <a:xfrm>
            <a:off x="548640" y="4330598"/>
            <a:ext cx="11082528" cy="257861"/>
          </a:xfrm>
          <a:prstGeom prst="rect">
            <a:avLst/>
          </a:prstGeom>
          <a:solidFill>
            <a:srgbClr val="FFFFFF"/>
          </a:solidFill>
          <a:ln w="5080">
            <a:solidFill>
              <a:srgbClr val="DCE2E6"/>
            </a:solidFill>
            <a:prstDash val="solid"/>
          </a:ln>
        </p:spPr>
      </p:sp>
      <p:sp>
        <p:nvSpPr>
          <p:cNvPr id="193" name="Text 191"/>
          <p:cNvSpPr/>
          <p:nvPr/>
        </p:nvSpPr>
        <p:spPr>
          <a:xfrm>
            <a:off x="630936" y="4353458"/>
            <a:ext cx="3355848" cy="212141"/>
          </a:xfrm>
          <a:prstGeom prst="rect">
            <a:avLst/>
          </a:prstGeom>
          <a:noFill/>
          <a:ln/>
        </p:spPr>
        <p:txBody>
          <a:bodyPr wrap="square" lIns="0" tIns="0" rIns="0" bIns="0" rtlCol="0" anchor="ctr">
            <a:normAutofit/>
          </a:bodyPr>
          <a:lstStyle/>
          <a:p>
            <a:pPr algn="l" indent="0" marL="0">
              <a:buNone/>
            </a:pPr>
            <a:r>
              <a:rPr lang="fr-FR" altLang="en-US" sz="1240" dirty="0">
                <a:solidFill>
                  <a:srgbClr val="203847"/>
                </a:solidFill>
                <a:latin typeface="Arial" pitchFamily="34" charset="0"/>
                <a:ea typeface="Arial" pitchFamily="34" charset="-122"/>
                <a:cs typeface="Arial" pitchFamily="34" charset="-120"/>
              </a:rPr>
              <a:t>09  Connecteur, API et accès</a:t>
            </a:r>
            <a:endParaRPr lang="fr-FR" sz="1240" dirty="0"/>
          </a:p>
        </p:txBody>
      </p:sp>
      <p:sp>
        <p:nvSpPr>
          <p:cNvPr id="194" name="Text 192"/>
          <p:cNvSpPr/>
          <p:nvPr/>
        </p:nvSpPr>
        <p:spPr>
          <a:xfrm>
            <a:off x="4050792" y="4353458"/>
            <a:ext cx="905256" cy="212141"/>
          </a:xfrm>
          <a:prstGeom prst="rect">
            <a:avLst/>
          </a:prstGeom>
          <a:noFill/>
          <a:ln/>
        </p:spPr>
        <p:txBody>
          <a:bodyPr wrap="square" lIns="0" tIns="0" rIns="0" bIns="0" rtlCol="0" anchor="ctr">
            <a:normAutofit/>
          </a:bodyPr>
          <a:lstStyle/>
          <a:p>
            <a:pPr algn="ctr" indent="0" marL="0">
              <a:buNone/>
            </a:pPr>
            <a:r>
              <a:rPr lang="fr-FR" altLang="en-US" sz="1050" dirty="0">
                <a:solidFill>
                  <a:srgbClr val="203847"/>
                </a:solidFill>
                <a:latin typeface="Arial" pitchFamily="34" charset="0"/>
                <a:ea typeface="Arial" pitchFamily="34" charset="-122"/>
                <a:cs typeface="Arial" pitchFamily="34" charset="-120"/>
              </a:rPr>
              <a:t>BE</a:t>
            </a:r>
            <a:endParaRPr lang="fr-FR" sz="1050" dirty="0"/>
          </a:p>
        </p:txBody>
      </p:sp>
      <p:sp>
        <p:nvSpPr>
          <p:cNvPr id="195" name="Shape 193"/>
          <p:cNvSpPr/>
          <p:nvPr/>
        </p:nvSpPr>
        <p:spPr>
          <a:xfrm>
            <a:off x="4983480" y="4330598"/>
            <a:ext cx="276987" cy="257861"/>
          </a:xfrm>
          <a:prstGeom prst="rect">
            <a:avLst/>
          </a:prstGeom>
          <a:solidFill>
            <a:srgbClr val="F0F3F5"/>
          </a:solidFill>
          <a:ln w="5080">
            <a:solidFill>
              <a:srgbClr val="F0F3F5"/>
            </a:solidFill>
            <a:prstDash val="solid"/>
          </a:ln>
        </p:spPr>
      </p:sp>
      <p:sp>
        <p:nvSpPr>
          <p:cNvPr id="196" name="Shape 194"/>
          <p:cNvSpPr/>
          <p:nvPr/>
        </p:nvSpPr>
        <p:spPr>
          <a:xfrm>
            <a:off x="5260467" y="4330598"/>
            <a:ext cx="276987" cy="257861"/>
          </a:xfrm>
          <a:prstGeom prst="rect">
            <a:avLst/>
          </a:prstGeom>
          <a:solidFill>
            <a:srgbClr val="F0F3F5"/>
          </a:solidFill>
          <a:ln w="5080">
            <a:solidFill>
              <a:srgbClr val="F0F3F5"/>
            </a:solidFill>
            <a:prstDash val="solid"/>
          </a:ln>
        </p:spPr>
      </p:sp>
      <p:sp>
        <p:nvSpPr>
          <p:cNvPr id="197" name="Shape 195"/>
          <p:cNvSpPr/>
          <p:nvPr/>
        </p:nvSpPr>
        <p:spPr>
          <a:xfrm>
            <a:off x="5537454" y="4330598"/>
            <a:ext cx="276987" cy="257861"/>
          </a:xfrm>
          <a:prstGeom prst="rect">
            <a:avLst/>
          </a:prstGeom>
          <a:solidFill>
            <a:srgbClr val="F0F3F5"/>
          </a:solidFill>
          <a:ln w="5080">
            <a:solidFill>
              <a:srgbClr val="F0F3F5"/>
            </a:solidFill>
            <a:prstDash val="solid"/>
          </a:ln>
        </p:spPr>
      </p:sp>
      <p:sp>
        <p:nvSpPr>
          <p:cNvPr id="198" name="Shape 196"/>
          <p:cNvSpPr/>
          <p:nvPr/>
        </p:nvSpPr>
        <p:spPr>
          <a:xfrm>
            <a:off x="5814441" y="4330598"/>
            <a:ext cx="276987" cy="257861"/>
          </a:xfrm>
          <a:prstGeom prst="rect">
            <a:avLst/>
          </a:prstGeom>
          <a:solidFill>
            <a:srgbClr val="F0F3F5"/>
          </a:solidFill>
          <a:ln w="5080">
            <a:solidFill>
              <a:srgbClr val="F0F3F5"/>
            </a:solidFill>
            <a:prstDash val="solid"/>
          </a:ln>
        </p:spPr>
      </p:sp>
      <p:sp>
        <p:nvSpPr>
          <p:cNvPr id="199" name="Shape 197"/>
          <p:cNvSpPr/>
          <p:nvPr/>
        </p:nvSpPr>
        <p:spPr>
          <a:xfrm>
            <a:off x="7199376" y="4330598"/>
            <a:ext cx="276987" cy="257861"/>
          </a:xfrm>
          <a:prstGeom prst="rect">
            <a:avLst/>
          </a:prstGeom>
          <a:solidFill>
            <a:srgbClr val="F0F3F5"/>
          </a:solidFill>
          <a:ln w="5080">
            <a:solidFill>
              <a:srgbClr val="F0F3F5"/>
            </a:solidFill>
            <a:prstDash val="solid"/>
          </a:ln>
        </p:spPr>
      </p:sp>
      <p:sp>
        <p:nvSpPr>
          <p:cNvPr id="200" name="Shape 198"/>
          <p:cNvSpPr/>
          <p:nvPr/>
        </p:nvSpPr>
        <p:spPr>
          <a:xfrm>
            <a:off x="7476363" y="4330598"/>
            <a:ext cx="276987" cy="257861"/>
          </a:xfrm>
          <a:prstGeom prst="rect">
            <a:avLst/>
          </a:prstGeom>
          <a:solidFill>
            <a:srgbClr val="F0F3F5"/>
          </a:solidFill>
          <a:ln w="5080">
            <a:solidFill>
              <a:srgbClr val="F0F3F5"/>
            </a:solidFill>
            <a:prstDash val="solid"/>
          </a:ln>
        </p:spPr>
      </p:sp>
      <p:sp>
        <p:nvSpPr>
          <p:cNvPr id="201" name="Shape 199"/>
          <p:cNvSpPr/>
          <p:nvPr/>
        </p:nvSpPr>
        <p:spPr>
          <a:xfrm>
            <a:off x="7753350" y="4330598"/>
            <a:ext cx="276987" cy="257861"/>
          </a:xfrm>
          <a:prstGeom prst="rect">
            <a:avLst/>
          </a:prstGeom>
          <a:solidFill>
            <a:srgbClr val="203847"/>
          </a:solidFill>
          <a:ln w="5080">
            <a:solidFill>
              <a:srgbClr val="FFFFFF"/>
            </a:solidFill>
            <a:prstDash val="solid"/>
          </a:ln>
        </p:spPr>
      </p:sp>
      <p:sp>
        <p:nvSpPr>
          <p:cNvPr id="202" name="Text 200"/>
          <p:cNvSpPr/>
          <p:nvPr/>
        </p:nvSpPr>
        <p:spPr>
          <a:xfrm>
            <a:off x="7753350" y="4358030"/>
            <a:ext cx="276987" cy="202997"/>
          </a:xfrm>
          <a:prstGeom prst="rect">
            <a:avLst/>
          </a:prstGeom>
          <a:noFill/>
          <a:ln/>
        </p:spPr>
        <p:txBody>
          <a:bodyPr wrap="square" lIns="0" tIns="0" rIns="0" bIns="0" rtlCol="0" anchor="ctr">
            <a:normAutofit/>
          </a:bodyPr>
          <a:lstStyle/>
          <a:p>
            <a:pPr algn="ctr" indent="0" marL="0">
              <a:buNone/>
            </a:pPr>
            <a:r>
              <a:rPr lang="fr-FR" altLang="en-US" sz="920" dirty="0">
                <a:solidFill>
                  <a:srgbClr val="FFFFFF"/>
                </a:solidFill>
                <a:latin typeface="Arial" pitchFamily="34" charset="0"/>
                <a:ea typeface="Arial" pitchFamily="34" charset="-122"/>
                <a:cs typeface="Arial" pitchFamily="34" charset="-120"/>
              </a:rPr>
              <a:t>X</a:t>
            </a:r>
            <a:endParaRPr lang="fr-FR" sz="920" dirty="0"/>
          </a:p>
        </p:txBody>
      </p:sp>
      <p:sp>
        <p:nvSpPr>
          <p:cNvPr id="203" name="Shape 201"/>
          <p:cNvSpPr/>
          <p:nvPr/>
        </p:nvSpPr>
        <p:spPr>
          <a:xfrm>
            <a:off x="8030337" y="4330598"/>
            <a:ext cx="276987" cy="257861"/>
          </a:xfrm>
          <a:prstGeom prst="rect">
            <a:avLst/>
          </a:prstGeom>
          <a:solidFill>
            <a:srgbClr val="203847"/>
          </a:solidFill>
          <a:ln w="5080">
            <a:solidFill>
              <a:srgbClr val="FFFFFF"/>
            </a:solidFill>
            <a:prstDash val="solid"/>
          </a:ln>
        </p:spPr>
      </p:sp>
      <p:sp>
        <p:nvSpPr>
          <p:cNvPr id="204" name="Text 202"/>
          <p:cNvSpPr/>
          <p:nvPr/>
        </p:nvSpPr>
        <p:spPr>
          <a:xfrm>
            <a:off x="8030337" y="4358030"/>
            <a:ext cx="276987" cy="202997"/>
          </a:xfrm>
          <a:prstGeom prst="rect">
            <a:avLst/>
          </a:prstGeom>
          <a:noFill/>
          <a:ln/>
        </p:spPr>
        <p:txBody>
          <a:bodyPr wrap="square" lIns="0" tIns="0" rIns="0" bIns="0" rtlCol="0" anchor="ctr">
            <a:normAutofit/>
          </a:bodyPr>
          <a:lstStyle/>
          <a:p>
            <a:pPr algn="ctr" indent="0" marL="0">
              <a:buNone/>
            </a:pPr>
            <a:r>
              <a:rPr lang="fr-FR" altLang="en-US" sz="920" dirty="0">
                <a:solidFill>
                  <a:srgbClr val="FFFFFF"/>
                </a:solidFill>
                <a:latin typeface="Arial" pitchFamily="34" charset="0"/>
                <a:ea typeface="Arial" pitchFamily="34" charset="-122"/>
                <a:cs typeface="Arial" pitchFamily="34" charset="-120"/>
              </a:rPr>
              <a:t>X</a:t>
            </a:r>
            <a:endParaRPr lang="fr-FR" sz="920" dirty="0"/>
          </a:p>
        </p:txBody>
      </p:sp>
      <p:sp>
        <p:nvSpPr>
          <p:cNvPr id="205" name="Shape 203"/>
          <p:cNvSpPr/>
          <p:nvPr/>
        </p:nvSpPr>
        <p:spPr>
          <a:xfrm>
            <a:off x="8307324" y="4330598"/>
            <a:ext cx="276987" cy="257861"/>
          </a:xfrm>
          <a:prstGeom prst="rect">
            <a:avLst/>
          </a:prstGeom>
          <a:solidFill>
            <a:srgbClr val="203847"/>
          </a:solidFill>
          <a:ln w="5080">
            <a:solidFill>
              <a:srgbClr val="FFFFFF"/>
            </a:solidFill>
            <a:prstDash val="solid"/>
          </a:ln>
        </p:spPr>
      </p:sp>
      <p:sp>
        <p:nvSpPr>
          <p:cNvPr id="206" name="Text 204"/>
          <p:cNvSpPr/>
          <p:nvPr/>
        </p:nvSpPr>
        <p:spPr>
          <a:xfrm>
            <a:off x="8307324" y="4358030"/>
            <a:ext cx="276987" cy="202997"/>
          </a:xfrm>
          <a:prstGeom prst="rect">
            <a:avLst/>
          </a:prstGeom>
          <a:noFill/>
          <a:ln/>
        </p:spPr>
        <p:txBody>
          <a:bodyPr wrap="square" lIns="0" tIns="0" rIns="0" bIns="0" rtlCol="0" anchor="ctr">
            <a:normAutofit/>
          </a:bodyPr>
          <a:lstStyle/>
          <a:p>
            <a:pPr algn="ctr" indent="0" marL="0">
              <a:buNone/>
            </a:pPr>
            <a:r>
              <a:rPr lang="fr-FR" altLang="en-US" sz="920" dirty="0">
                <a:solidFill>
                  <a:srgbClr val="FFFFFF"/>
                </a:solidFill>
                <a:latin typeface="Arial" pitchFamily="34" charset="0"/>
                <a:ea typeface="Arial" pitchFamily="34" charset="-122"/>
                <a:cs typeface="Arial" pitchFamily="34" charset="-120"/>
              </a:rPr>
              <a:t>X</a:t>
            </a:r>
            <a:endParaRPr lang="fr-FR" sz="920" dirty="0"/>
          </a:p>
        </p:txBody>
      </p:sp>
      <p:sp>
        <p:nvSpPr>
          <p:cNvPr id="207" name="Shape 205"/>
          <p:cNvSpPr/>
          <p:nvPr/>
        </p:nvSpPr>
        <p:spPr>
          <a:xfrm>
            <a:off x="9415272" y="4330598"/>
            <a:ext cx="276987" cy="257861"/>
          </a:xfrm>
          <a:prstGeom prst="rect">
            <a:avLst/>
          </a:prstGeom>
          <a:solidFill>
            <a:srgbClr val="F0F3F5"/>
          </a:solidFill>
          <a:ln w="5080">
            <a:solidFill>
              <a:srgbClr val="F0F3F5"/>
            </a:solidFill>
            <a:prstDash val="solid"/>
          </a:ln>
        </p:spPr>
      </p:sp>
      <p:sp>
        <p:nvSpPr>
          <p:cNvPr id="208" name="Shape 206"/>
          <p:cNvSpPr/>
          <p:nvPr/>
        </p:nvSpPr>
        <p:spPr>
          <a:xfrm>
            <a:off x="9692259" y="4330598"/>
            <a:ext cx="276987" cy="257861"/>
          </a:xfrm>
          <a:prstGeom prst="rect">
            <a:avLst/>
          </a:prstGeom>
          <a:solidFill>
            <a:srgbClr val="F0F3F5"/>
          </a:solidFill>
          <a:ln w="5080">
            <a:solidFill>
              <a:srgbClr val="F0F3F5"/>
            </a:solidFill>
            <a:prstDash val="solid"/>
          </a:ln>
        </p:spPr>
      </p:sp>
      <p:sp>
        <p:nvSpPr>
          <p:cNvPr id="209" name="Shape 207"/>
          <p:cNvSpPr/>
          <p:nvPr/>
        </p:nvSpPr>
        <p:spPr>
          <a:xfrm>
            <a:off x="9969246" y="4330598"/>
            <a:ext cx="276987" cy="257861"/>
          </a:xfrm>
          <a:prstGeom prst="rect">
            <a:avLst/>
          </a:prstGeom>
          <a:solidFill>
            <a:srgbClr val="F0F3F5"/>
          </a:solidFill>
          <a:ln w="5080">
            <a:solidFill>
              <a:srgbClr val="F0F3F5"/>
            </a:solidFill>
            <a:prstDash val="solid"/>
          </a:ln>
        </p:spPr>
      </p:sp>
      <p:sp>
        <p:nvSpPr>
          <p:cNvPr id="210" name="Shape 208"/>
          <p:cNvSpPr/>
          <p:nvPr/>
        </p:nvSpPr>
        <p:spPr>
          <a:xfrm>
            <a:off x="10246233" y="4330598"/>
            <a:ext cx="276987" cy="257861"/>
          </a:xfrm>
          <a:prstGeom prst="rect">
            <a:avLst/>
          </a:prstGeom>
          <a:solidFill>
            <a:srgbClr val="F0F3F5"/>
          </a:solidFill>
          <a:ln w="5080">
            <a:solidFill>
              <a:srgbClr val="F0F3F5"/>
            </a:solidFill>
            <a:prstDash val="solid"/>
          </a:ln>
        </p:spPr>
      </p:sp>
      <p:sp>
        <p:nvSpPr>
          <p:cNvPr id="211" name="Shape 209"/>
          <p:cNvSpPr/>
          <p:nvPr/>
        </p:nvSpPr>
        <p:spPr>
          <a:xfrm>
            <a:off x="548640" y="4588459"/>
            <a:ext cx="11082528" cy="257861"/>
          </a:xfrm>
          <a:prstGeom prst="rect">
            <a:avLst/>
          </a:prstGeom>
          <a:solidFill>
            <a:srgbClr val="F0F3F5"/>
          </a:solidFill>
          <a:ln w="5080">
            <a:solidFill>
              <a:srgbClr val="DCE2E6"/>
            </a:solidFill>
            <a:prstDash val="solid"/>
          </a:ln>
        </p:spPr>
      </p:sp>
      <p:sp>
        <p:nvSpPr>
          <p:cNvPr id="212" name="Text 210"/>
          <p:cNvSpPr/>
          <p:nvPr/>
        </p:nvSpPr>
        <p:spPr>
          <a:xfrm>
            <a:off x="630936" y="4611319"/>
            <a:ext cx="3355848" cy="212141"/>
          </a:xfrm>
          <a:prstGeom prst="rect">
            <a:avLst/>
          </a:prstGeom>
          <a:noFill/>
          <a:ln/>
        </p:spPr>
        <p:txBody>
          <a:bodyPr wrap="square" lIns="0" tIns="0" rIns="0" bIns="0" rtlCol="0" anchor="ctr">
            <a:normAutofit/>
          </a:bodyPr>
          <a:lstStyle/>
          <a:p>
            <a:pPr algn="l" indent="0" marL="0">
              <a:buNone/>
            </a:pPr>
            <a:r>
              <a:rPr lang="fr-FR" altLang="en-US" sz="1240" dirty="0">
                <a:solidFill>
                  <a:srgbClr val="203847"/>
                </a:solidFill>
                <a:latin typeface="Arial" pitchFamily="34" charset="0"/>
                <a:ea typeface="Arial" pitchFamily="34" charset="-122"/>
                <a:cs typeface="Arial" pitchFamily="34" charset="-120"/>
              </a:rPr>
              <a:t>10  Tableau de bord</a:t>
            </a:r>
            <a:endParaRPr lang="fr-FR" sz="1240" dirty="0"/>
          </a:p>
        </p:txBody>
      </p:sp>
      <p:sp>
        <p:nvSpPr>
          <p:cNvPr id="213" name="Text 211"/>
          <p:cNvSpPr/>
          <p:nvPr/>
        </p:nvSpPr>
        <p:spPr>
          <a:xfrm>
            <a:off x="4050792" y="4611319"/>
            <a:ext cx="905256" cy="212141"/>
          </a:xfrm>
          <a:prstGeom prst="rect">
            <a:avLst/>
          </a:prstGeom>
          <a:noFill/>
          <a:ln/>
        </p:spPr>
        <p:txBody>
          <a:bodyPr wrap="square" lIns="0" tIns="0" rIns="0" bIns="0" rtlCol="0" anchor="ctr">
            <a:normAutofit/>
          </a:bodyPr>
          <a:lstStyle/>
          <a:p>
            <a:pPr algn="ctr" indent="0" marL="0">
              <a:buNone/>
            </a:pPr>
            <a:r>
              <a:rPr lang="fr-FR" altLang="en-US" sz="1050" dirty="0">
                <a:solidFill>
                  <a:srgbClr val="203847"/>
                </a:solidFill>
                <a:latin typeface="Arial" pitchFamily="34" charset="0"/>
                <a:ea typeface="Arial" pitchFamily="34" charset="-122"/>
                <a:cs typeface="Arial" pitchFamily="34" charset="-120"/>
              </a:rPr>
              <a:t>FE</a:t>
            </a:r>
            <a:endParaRPr lang="fr-FR" sz="1050" dirty="0"/>
          </a:p>
        </p:txBody>
      </p:sp>
      <p:sp>
        <p:nvSpPr>
          <p:cNvPr id="214" name="Shape 212"/>
          <p:cNvSpPr/>
          <p:nvPr/>
        </p:nvSpPr>
        <p:spPr>
          <a:xfrm>
            <a:off x="4983480" y="4588459"/>
            <a:ext cx="276987" cy="257861"/>
          </a:xfrm>
          <a:prstGeom prst="rect">
            <a:avLst/>
          </a:prstGeom>
          <a:solidFill>
            <a:srgbClr val="F0F3F5"/>
          </a:solidFill>
          <a:ln w="5080">
            <a:solidFill>
              <a:srgbClr val="F0F3F5"/>
            </a:solidFill>
            <a:prstDash val="solid"/>
          </a:ln>
        </p:spPr>
      </p:sp>
      <p:sp>
        <p:nvSpPr>
          <p:cNvPr id="215" name="Shape 213"/>
          <p:cNvSpPr/>
          <p:nvPr/>
        </p:nvSpPr>
        <p:spPr>
          <a:xfrm>
            <a:off x="5260467" y="4588459"/>
            <a:ext cx="276987" cy="257861"/>
          </a:xfrm>
          <a:prstGeom prst="rect">
            <a:avLst/>
          </a:prstGeom>
          <a:solidFill>
            <a:srgbClr val="F0F3F5"/>
          </a:solidFill>
          <a:ln w="5080">
            <a:solidFill>
              <a:srgbClr val="F0F3F5"/>
            </a:solidFill>
            <a:prstDash val="solid"/>
          </a:ln>
        </p:spPr>
      </p:sp>
      <p:sp>
        <p:nvSpPr>
          <p:cNvPr id="216" name="Shape 214"/>
          <p:cNvSpPr/>
          <p:nvPr/>
        </p:nvSpPr>
        <p:spPr>
          <a:xfrm>
            <a:off x="5537454" y="4588459"/>
            <a:ext cx="276987" cy="257861"/>
          </a:xfrm>
          <a:prstGeom prst="rect">
            <a:avLst/>
          </a:prstGeom>
          <a:solidFill>
            <a:srgbClr val="F0F3F5"/>
          </a:solidFill>
          <a:ln w="5080">
            <a:solidFill>
              <a:srgbClr val="F0F3F5"/>
            </a:solidFill>
            <a:prstDash val="solid"/>
          </a:ln>
        </p:spPr>
      </p:sp>
      <p:sp>
        <p:nvSpPr>
          <p:cNvPr id="217" name="Shape 215"/>
          <p:cNvSpPr/>
          <p:nvPr/>
        </p:nvSpPr>
        <p:spPr>
          <a:xfrm>
            <a:off x="5814441" y="4588459"/>
            <a:ext cx="276987" cy="257861"/>
          </a:xfrm>
          <a:prstGeom prst="rect">
            <a:avLst/>
          </a:prstGeom>
          <a:solidFill>
            <a:srgbClr val="F0F3F5"/>
          </a:solidFill>
          <a:ln w="5080">
            <a:solidFill>
              <a:srgbClr val="F0F3F5"/>
            </a:solidFill>
            <a:prstDash val="solid"/>
          </a:ln>
        </p:spPr>
      </p:sp>
      <p:sp>
        <p:nvSpPr>
          <p:cNvPr id="218" name="Shape 216"/>
          <p:cNvSpPr/>
          <p:nvPr/>
        </p:nvSpPr>
        <p:spPr>
          <a:xfrm>
            <a:off x="7199376" y="4588459"/>
            <a:ext cx="276987" cy="257861"/>
          </a:xfrm>
          <a:prstGeom prst="rect">
            <a:avLst/>
          </a:prstGeom>
          <a:solidFill>
            <a:srgbClr val="F0F3F5"/>
          </a:solidFill>
          <a:ln w="5080">
            <a:solidFill>
              <a:srgbClr val="F0F3F5"/>
            </a:solidFill>
            <a:prstDash val="solid"/>
          </a:ln>
        </p:spPr>
      </p:sp>
      <p:sp>
        <p:nvSpPr>
          <p:cNvPr id="219" name="Shape 217"/>
          <p:cNvSpPr/>
          <p:nvPr/>
        </p:nvSpPr>
        <p:spPr>
          <a:xfrm>
            <a:off x="7476363" y="4588459"/>
            <a:ext cx="276987" cy="257861"/>
          </a:xfrm>
          <a:prstGeom prst="rect">
            <a:avLst/>
          </a:prstGeom>
          <a:solidFill>
            <a:srgbClr val="F0F3F5"/>
          </a:solidFill>
          <a:ln w="5080">
            <a:solidFill>
              <a:srgbClr val="F0F3F5"/>
            </a:solidFill>
            <a:prstDash val="solid"/>
          </a:ln>
        </p:spPr>
      </p:sp>
      <p:sp>
        <p:nvSpPr>
          <p:cNvPr id="220" name="Shape 218"/>
          <p:cNvSpPr/>
          <p:nvPr/>
        </p:nvSpPr>
        <p:spPr>
          <a:xfrm>
            <a:off x="7753350" y="4588459"/>
            <a:ext cx="276987" cy="257861"/>
          </a:xfrm>
          <a:prstGeom prst="rect">
            <a:avLst/>
          </a:prstGeom>
          <a:solidFill>
            <a:srgbClr val="203847"/>
          </a:solidFill>
          <a:ln w="5080">
            <a:solidFill>
              <a:srgbClr val="FFFFFF"/>
            </a:solidFill>
            <a:prstDash val="solid"/>
          </a:ln>
        </p:spPr>
      </p:sp>
      <p:sp>
        <p:nvSpPr>
          <p:cNvPr id="221" name="Text 219"/>
          <p:cNvSpPr/>
          <p:nvPr/>
        </p:nvSpPr>
        <p:spPr>
          <a:xfrm>
            <a:off x="7753350" y="4615891"/>
            <a:ext cx="276987" cy="202997"/>
          </a:xfrm>
          <a:prstGeom prst="rect">
            <a:avLst/>
          </a:prstGeom>
          <a:noFill/>
          <a:ln/>
        </p:spPr>
        <p:txBody>
          <a:bodyPr wrap="square" lIns="0" tIns="0" rIns="0" bIns="0" rtlCol="0" anchor="ctr">
            <a:normAutofit/>
          </a:bodyPr>
          <a:lstStyle/>
          <a:p>
            <a:pPr algn="ctr" indent="0" marL="0">
              <a:buNone/>
            </a:pPr>
            <a:r>
              <a:rPr lang="fr-FR" altLang="en-US" sz="920" dirty="0">
                <a:solidFill>
                  <a:srgbClr val="FFFFFF"/>
                </a:solidFill>
                <a:latin typeface="Arial" pitchFamily="34" charset="0"/>
                <a:ea typeface="Arial" pitchFamily="34" charset="-122"/>
                <a:cs typeface="Arial" pitchFamily="34" charset="-120"/>
              </a:rPr>
              <a:t>X</a:t>
            </a:r>
            <a:endParaRPr lang="fr-FR" sz="920" dirty="0"/>
          </a:p>
        </p:txBody>
      </p:sp>
      <p:sp>
        <p:nvSpPr>
          <p:cNvPr id="222" name="Shape 220"/>
          <p:cNvSpPr/>
          <p:nvPr/>
        </p:nvSpPr>
        <p:spPr>
          <a:xfrm>
            <a:off x="8030337" y="4588459"/>
            <a:ext cx="276987" cy="257861"/>
          </a:xfrm>
          <a:prstGeom prst="rect">
            <a:avLst/>
          </a:prstGeom>
          <a:solidFill>
            <a:srgbClr val="203847"/>
          </a:solidFill>
          <a:ln w="5080">
            <a:solidFill>
              <a:srgbClr val="FFFFFF"/>
            </a:solidFill>
            <a:prstDash val="solid"/>
          </a:ln>
        </p:spPr>
      </p:sp>
      <p:sp>
        <p:nvSpPr>
          <p:cNvPr id="223" name="Text 221"/>
          <p:cNvSpPr/>
          <p:nvPr/>
        </p:nvSpPr>
        <p:spPr>
          <a:xfrm>
            <a:off x="8030337" y="4615891"/>
            <a:ext cx="276987" cy="202997"/>
          </a:xfrm>
          <a:prstGeom prst="rect">
            <a:avLst/>
          </a:prstGeom>
          <a:noFill/>
          <a:ln/>
        </p:spPr>
        <p:txBody>
          <a:bodyPr wrap="square" lIns="0" tIns="0" rIns="0" bIns="0" rtlCol="0" anchor="ctr">
            <a:normAutofit/>
          </a:bodyPr>
          <a:lstStyle/>
          <a:p>
            <a:pPr algn="ctr" indent="0" marL="0">
              <a:buNone/>
            </a:pPr>
            <a:r>
              <a:rPr lang="fr-FR" altLang="en-US" sz="920" dirty="0">
                <a:solidFill>
                  <a:srgbClr val="FFFFFF"/>
                </a:solidFill>
                <a:latin typeface="Arial" pitchFamily="34" charset="0"/>
                <a:ea typeface="Arial" pitchFamily="34" charset="-122"/>
                <a:cs typeface="Arial" pitchFamily="34" charset="-120"/>
              </a:rPr>
              <a:t>X</a:t>
            </a:r>
            <a:endParaRPr lang="fr-FR" sz="920" dirty="0"/>
          </a:p>
        </p:txBody>
      </p:sp>
      <p:sp>
        <p:nvSpPr>
          <p:cNvPr id="224" name="Shape 222"/>
          <p:cNvSpPr/>
          <p:nvPr/>
        </p:nvSpPr>
        <p:spPr>
          <a:xfrm>
            <a:off x="8307324" y="4588459"/>
            <a:ext cx="276987" cy="257861"/>
          </a:xfrm>
          <a:prstGeom prst="rect">
            <a:avLst/>
          </a:prstGeom>
          <a:solidFill>
            <a:srgbClr val="203847"/>
          </a:solidFill>
          <a:ln w="5080">
            <a:solidFill>
              <a:srgbClr val="FFFFFF"/>
            </a:solidFill>
            <a:prstDash val="solid"/>
          </a:ln>
        </p:spPr>
      </p:sp>
      <p:sp>
        <p:nvSpPr>
          <p:cNvPr id="225" name="Text 223"/>
          <p:cNvSpPr/>
          <p:nvPr/>
        </p:nvSpPr>
        <p:spPr>
          <a:xfrm>
            <a:off x="8307324" y="4615891"/>
            <a:ext cx="276987" cy="202997"/>
          </a:xfrm>
          <a:prstGeom prst="rect">
            <a:avLst/>
          </a:prstGeom>
          <a:noFill/>
          <a:ln/>
        </p:spPr>
        <p:txBody>
          <a:bodyPr wrap="square" lIns="0" tIns="0" rIns="0" bIns="0" rtlCol="0" anchor="ctr">
            <a:normAutofit/>
          </a:bodyPr>
          <a:lstStyle/>
          <a:p>
            <a:pPr algn="ctr" indent="0" marL="0">
              <a:buNone/>
            </a:pPr>
            <a:r>
              <a:rPr lang="fr-FR" altLang="en-US" sz="920" dirty="0">
                <a:solidFill>
                  <a:srgbClr val="FFFFFF"/>
                </a:solidFill>
                <a:latin typeface="Arial" pitchFamily="34" charset="0"/>
                <a:ea typeface="Arial" pitchFamily="34" charset="-122"/>
                <a:cs typeface="Arial" pitchFamily="34" charset="-120"/>
              </a:rPr>
              <a:t>X</a:t>
            </a:r>
            <a:endParaRPr lang="fr-FR" sz="920" dirty="0"/>
          </a:p>
        </p:txBody>
      </p:sp>
      <p:sp>
        <p:nvSpPr>
          <p:cNvPr id="226" name="Shape 224"/>
          <p:cNvSpPr/>
          <p:nvPr/>
        </p:nvSpPr>
        <p:spPr>
          <a:xfrm>
            <a:off x="8584311" y="4588459"/>
            <a:ext cx="276987" cy="257861"/>
          </a:xfrm>
          <a:prstGeom prst="rect">
            <a:avLst/>
          </a:prstGeom>
          <a:solidFill>
            <a:srgbClr val="203847"/>
          </a:solidFill>
          <a:ln w="5080">
            <a:solidFill>
              <a:srgbClr val="FFFFFF"/>
            </a:solidFill>
            <a:prstDash val="solid"/>
          </a:ln>
        </p:spPr>
      </p:sp>
      <p:sp>
        <p:nvSpPr>
          <p:cNvPr id="227" name="Text 225"/>
          <p:cNvSpPr/>
          <p:nvPr/>
        </p:nvSpPr>
        <p:spPr>
          <a:xfrm>
            <a:off x="8584311" y="4615891"/>
            <a:ext cx="276987" cy="202997"/>
          </a:xfrm>
          <a:prstGeom prst="rect">
            <a:avLst/>
          </a:prstGeom>
          <a:noFill/>
          <a:ln/>
        </p:spPr>
        <p:txBody>
          <a:bodyPr wrap="square" lIns="0" tIns="0" rIns="0" bIns="0" rtlCol="0" anchor="ctr">
            <a:normAutofit/>
          </a:bodyPr>
          <a:lstStyle/>
          <a:p>
            <a:pPr algn="ctr" indent="0" marL="0">
              <a:buNone/>
            </a:pPr>
            <a:r>
              <a:rPr lang="fr-FR" altLang="en-US" sz="920" dirty="0">
                <a:solidFill>
                  <a:srgbClr val="FFFFFF"/>
                </a:solidFill>
                <a:latin typeface="Arial" pitchFamily="34" charset="0"/>
                <a:ea typeface="Arial" pitchFamily="34" charset="-122"/>
                <a:cs typeface="Arial" pitchFamily="34" charset="-120"/>
              </a:rPr>
              <a:t>X</a:t>
            </a:r>
            <a:endParaRPr lang="fr-FR" sz="920" dirty="0"/>
          </a:p>
        </p:txBody>
      </p:sp>
      <p:sp>
        <p:nvSpPr>
          <p:cNvPr id="228" name="Shape 226"/>
          <p:cNvSpPr/>
          <p:nvPr/>
        </p:nvSpPr>
        <p:spPr>
          <a:xfrm>
            <a:off x="9415272" y="4588459"/>
            <a:ext cx="276987" cy="257861"/>
          </a:xfrm>
          <a:prstGeom prst="rect">
            <a:avLst/>
          </a:prstGeom>
          <a:solidFill>
            <a:srgbClr val="F0F3F5"/>
          </a:solidFill>
          <a:ln w="5080">
            <a:solidFill>
              <a:srgbClr val="F0F3F5"/>
            </a:solidFill>
            <a:prstDash val="solid"/>
          </a:ln>
        </p:spPr>
      </p:sp>
      <p:sp>
        <p:nvSpPr>
          <p:cNvPr id="229" name="Shape 227"/>
          <p:cNvSpPr/>
          <p:nvPr/>
        </p:nvSpPr>
        <p:spPr>
          <a:xfrm>
            <a:off x="9692259" y="4588459"/>
            <a:ext cx="276987" cy="257861"/>
          </a:xfrm>
          <a:prstGeom prst="rect">
            <a:avLst/>
          </a:prstGeom>
          <a:solidFill>
            <a:srgbClr val="F0F3F5"/>
          </a:solidFill>
          <a:ln w="5080">
            <a:solidFill>
              <a:srgbClr val="F0F3F5"/>
            </a:solidFill>
            <a:prstDash val="solid"/>
          </a:ln>
        </p:spPr>
      </p:sp>
      <p:sp>
        <p:nvSpPr>
          <p:cNvPr id="230" name="Shape 228"/>
          <p:cNvSpPr/>
          <p:nvPr/>
        </p:nvSpPr>
        <p:spPr>
          <a:xfrm>
            <a:off x="9969246" y="4588459"/>
            <a:ext cx="276987" cy="257861"/>
          </a:xfrm>
          <a:prstGeom prst="rect">
            <a:avLst/>
          </a:prstGeom>
          <a:solidFill>
            <a:srgbClr val="F0F3F5"/>
          </a:solidFill>
          <a:ln w="5080">
            <a:solidFill>
              <a:srgbClr val="F0F3F5"/>
            </a:solidFill>
            <a:prstDash val="solid"/>
          </a:ln>
        </p:spPr>
      </p:sp>
      <p:sp>
        <p:nvSpPr>
          <p:cNvPr id="231" name="Shape 229"/>
          <p:cNvSpPr/>
          <p:nvPr/>
        </p:nvSpPr>
        <p:spPr>
          <a:xfrm>
            <a:off x="10246233" y="4588459"/>
            <a:ext cx="276987" cy="257861"/>
          </a:xfrm>
          <a:prstGeom prst="rect">
            <a:avLst/>
          </a:prstGeom>
          <a:solidFill>
            <a:srgbClr val="F0F3F5"/>
          </a:solidFill>
          <a:ln w="5080">
            <a:solidFill>
              <a:srgbClr val="F0F3F5"/>
            </a:solidFill>
            <a:prstDash val="solid"/>
          </a:ln>
        </p:spPr>
      </p:sp>
      <p:sp>
        <p:nvSpPr>
          <p:cNvPr id="232" name="Shape 230"/>
          <p:cNvSpPr/>
          <p:nvPr/>
        </p:nvSpPr>
        <p:spPr>
          <a:xfrm>
            <a:off x="548640" y="4846320"/>
            <a:ext cx="11082528" cy="257861"/>
          </a:xfrm>
          <a:prstGeom prst="rect">
            <a:avLst/>
          </a:prstGeom>
          <a:solidFill>
            <a:srgbClr val="FFFFFF"/>
          </a:solidFill>
          <a:ln w="5080">
            <a:solidFill>
              <a:srgbClr val="DCE2E6"/>
            </a:solidFill>
            <a:prstDash val="solid"/>
          </a:ln>
        </p:spPr>
      </p:sp>
      <p:sp>
        <p:nvSpPr>
          <p:cNvPr id="233" name="Text 231"/>
          <p:cNvSpPr/>
          <p:nvPr/>
        </p:nvSpPr>
        <p:spPr>
          <a:xfrm>
            <a:off x="630936" y="4869180"/>
            <a:ext cx="3355848" cy="212141"/>
          </a:xfrm>
          <a:prstGeom prst="rect">
            <a:avLst/>
          </a:prstGeom>
          <a:noFill/>
          <a:ln/>
        </p:spPr>
        <p:txBody>
          <a:bodyPr wrap="square" lIns="0" tIns="0" rIns="0" bIns="0" rtlCol="0" anchor="ctr">
            <a:normAutofit/>
          </a:bodyPr>
          <a:lstStyle/>
          <a:p>
            <a:pPr algn="l" indent="0" marL="0">
              <a:buNone/>
            </a:pPr>
            <a:r>
              <a:rPr lang="fr-FR" altLang="en-US" sz="1240" dirty="0">
                <a:solidFill>
                  <a:srgbClr val="203847"/>
                </a:solidFill>
                <a:latin typeface="Arial" pitchFamily="34" charset="0"/>
                <a:ea typeface="Arial" pitchFamily="34" charset="-122"/>
                <a:cs typeface="Arial" pitchFamily="34" charset="-120"/>
              </a:rPr>
              <a:t>11  Demandes RGPD et purge</a:t>
            </a:r>
            <a:endParaRPr lang="fr-FR" sz="1240" dirty="0"/>
          </a:p>
        </p:txBody>
      </p:sp>
      <p:sp>
        <p:nvSpPr>
          <p:cNvPr id="234" name="Text 232"/>
          <p:cNvSpPr/>
          <p:nvPr/>
        </p:nvSpPr>
        <p:spPr>
          <a:xfrm>
            <a:off x="4050792" y="4869180"/>
            <a:ext cx="905256" cy="212141"/>
          </a:xfrm>
          <a:prstGeom prst="rect">
            <a:avLst/>
          </a:prstGeom>
          <a:noFill/>
          <a:ln/>
        </p:spPr>
        <p:txBody>
          <a:bodyPr wrap="square" lIns="0" tIns="0" rIns="0" bIns="0" rtlCol="0" anchor="ctr">
            <a:normAutofit/>
          </a:bodyPr>
          <a:lstStyle/>
          <a:p>
            <a:pPr algn="ctr" indent="0" marL="0">
              <a:buNone/>
            </a:pPr>
            <a:r>
              <a:rPr lang="fr-FR" altLang="en-US" sz="1050" dirty="0">
                <a:solidFill>
                  <a:srgbClr val="203847"/>
                </a:solidFill>
                <a:latin typeface="Arial" pitchFamily="34" charset="0"/>
                <a:ea typeface="Arial" pitchFamily="34" charset="-122"/>
                <a:cs typeface="Arial" pitchFamily="34" charset="-120"/>
              </a:rPr>
              <a:t>BE / RT</a:t>
            </a:r>
            <a:endParaRPr lang="fr-FR" sz="1050" dirty="0"/>
          </a:p>
        </p:txBody>
      </p:sp>
      <p:sp>
        <p:nvSpPr>
          <p:cNvPr id="235" name="Shape 233"/>
          <p:cNvSpPr/>
          <p:nvPr/>
        </p:nvSpPr>
        <p:spPr>
          <a:xfrm>
            <a:off x="4983480" y="4846320"/>
            <a:ext cx="276987" cy="257861"/>
          </a:xfrm>
          <a:prstGeom prst="rect">
            <a:avLst/>
          </a:prstGeom>
          <a:solidFill>
            <a:srgbClr val="F0F3F5"/>
          </a:solidFill>
          <a:ln w="5080">
            <a:solidFill>
              <a:srgbClr val="F0F3F5"/>
            </a:solidFill>
            <a:prstDash val="solid"/>
          </a:ln>
        </p:spPr>
      </p:sp>
      <p:sp>
        <p:nvSpPr>
          <p:cNvPr id="236" name="Shape 234"/>
          <p:cNvSpPr/>
          <p:nvPr/>
        </p:nvSpPr>
        <p:spPr>
          <a:xfrm>
            <a:off x="5260467" y="4846320"/>
            <a:ext cx="276987" cy="257861"/>
          </a:xfrm>
          <a:prstGeom prst="rect">
            <a:avLst/>
          </a:prstGeom>
          <a:solidFill>
            <a:srgbClr val="F0F3F5"/>
          </a:solidFill>
          <a:ln w="5080">
            <a:solidFill>
              <a:srgbClr val="F0F3F5"/>
            </a:solidFill>
            <a:prstDash val="solid"/>
          </a:ln>
        </p:spPr>
      </p:sp>
      <p:sp>
        <p:nvSpPr>
          <p:cNvPr id="237" name="Shape 235"/>
          <p:cNvSpPr/>
          <p:nvPr/>
        </p:nvSpPr>
        <p:spPr>
          <a:xfrm>
            <a:off x="5537454" y="4846320"/>
            <a:ext cx="276987" cy="257861"/>
          </a:xfrm>
          <a:prstGeom prst="rect">
            <a:avLst/>
          </a:prstGeom>
          <a:solidFill>
            <a:srgbClr val="F0F3F5"/>
          </a:solidFill>
          <a:ln w="5080">
            <a:solidFill>
              <a:srgbClr val="F0F3F5"/>
            </a:solidFill>
            <a:prstDash val="solid"/>
          </a:ln>
        </p:spPr>
      </p:sp>
      <p:sp>
        <p:nvSpPr>
          <p:cNvPr id="238" name="Shape 236"/>
          <p:cNvSpPr/>
          <p:nvPr/>
        </p:nvSpPr>
        <p:spPr>
          <a:xfrm>
            <a:off x="5814441" y="4846320"/>
            <a:ext cx="276987" cy="257861"/>
          </a:xfrm>
          <a:prstGeom prst="rect">
            <a:avLst/>
          </a:prstGeom>
          <a:solidFill>
            <a:srgbClr val="F0F3F5"/>
          </a:solidFill>
          <a:ln w="5080">
            <a:solidFill>
              <a:srgbClr val="F0F3F5"/>
            </a:solidFill>
            <a:prstDash val="solid"/>
          </a:ln>
        </p:spPr>
      </p:sp>
      <p:sp>
        <p:nvSpPr>
          <p:cNvPr id="239" name="Shape 237"/>
          <p:cNvSpPr/>
          <p:nvPr/>
        </p:nvSpPr>
        <p:spPr>
          <a:xfrm>
            <a:off x="7199376" y="4846320"/>
            <a:ext cx="276987" cy="257861"/>
          </a:xfrm>
          <a:prstGeom prst="rect">
            <a:avLst/>
          </a:prstGeom>
          <a:solidFill>
            <a:srgbClr val="F0F3F5"/>
          </a:solidFill>
          <a:ln w="5080">
            <a:solidFill>
              <a:srgbClr val="F0F3F5"/>
            </a:solidFill>
            <a:prstDash val="solid"/>
          </a:ln>
        </p:spPr>
      </p:sp>
      <p:sp>
        <p:nvSpPr>
          <p:cNvPr id="240" name="Shape 238"/>
          <p:cNvSpPr/>
          <p:nvPr/>
        </p:nvSpPr>
        <p:spPr>
          <a:xfrm>
            <a:off x="7476363" y="4846320"/>
            <a:ext cx="276987" cy="257861"/>
          </a:xfrm>
          <a:prstGeom prst="rect">
            <a:avLst/>
          </a:prstGeom>
          <a:solidFill>
            <a:srgbClr val="F0F3F5"/>
          </a:solidFill>
          <a:ln w="5080">
            <a:solidFill>
              <a:srgbClr val="F0F3F5"/>
            </a:solidFill>
            <a:prstDash val="solid"/>
          </a:ln>
        </p:spPr>
      </p:sp>
      <p:sp>
        <p:nvSpPr>
          <p:cNvPr id="241" name="Shape 239"/>
          <p:cNvSpPr/>
          <p:nvPr/>
        </p:nvSpPr>
        <p:spPr>
          <a:xfrm>
            <a:off x="7753350" y="4846320"/>
            <a:ext cx="276987" cy="257861"/>
          </a:xfrm>
          <a:prstGeom prst="rect">
            <a:avLst/>
          </a:prstGeom>
          <a:solidFill>
            <a:srgbClr val="F0F3F5"/>
          </a:solidFill>
          <a:ln w="5080">
            <a:solidFill>
              <a:srgbClr val="F0F3F5"/>
            </a:solidFill>
            <a:prstDash val="solid"/>
          </a:ln>
        </p:spPr>
      </p:sp>
      <p:sp>
        <p:nvSpPr>
          <p:cNvPr id="242" name="Shape 240"/>
          <p:cNvSpPr/>
          <p:nvPr/>
        </p:nvSpPr>
        <p:spPr>
          <a:xfrm>
            <a:off x="8030337" y="4846320"/>
            <a:ext cx="276987" cy="257861"/>
          </a:xfrm>
          <a:prstGeom prst="rect">
            <a:avLst/>
          </a:prstGeom>
          <a:solidFill>
            <a:srgbClr val="203847"/>
          </a:solidFill>
          <a:ln w="5080">
            <a:solidFill>
              <a:srgbClr val="FFFFFF"/>
            </a:solidFill>
            <a:prstDash val="solid"/>
          </a:ln>
        </p:spPr>
      </p:sp>
      <p:sp>
        <p:nvSpPr>
          <p:cNvPr id="243" name="Text 241"/>
          <p:cNvSpPr/>
          <p:nvPr/>
        </p:nvSpPr>
        <p:spPr>
          <a:xfrm>
            <a:off x="8030337" y="4873752"/>
            <a:ext cx="276987" cy="202997"/>
          </a:xfrm>
          <a:prstGeom prst="rect">
            <a:avLst/>
          </a:prstGeom>
          <a:noFill/>
          <a:ln/>
        </p:spPr>
        <p:txBody>
          <a:bodyPr wrap="square" lIns="0" tIns="0" rIns="0" bIns="0" rtlCol="0" anchor="ctr">
            <a:normAutofit/>
          </a:bodyPr>
          <a:lstStyle/>
          <a:p>
            <a:pPr algn="ctr" indent="0" marL="0">
              <a:buNone/>
            </a:pPr>
            <a:r>
              <a:rPr lang="fr-FR" altLang="en-US" sz="920" dirty="0">
                <a:solidFill>
                  <a:srgbClr val="FFFFFF"/>
                </a:solidFill>
                <a:latin typeface="Arial" pitchFamily="34" charset="0"/>
                <a:ea typeface="Arial" pitchFamily="34" charset="-122"/>
                <a:cs typeface="Arial" pitchFamily="34" charset="-120"/>
              </a:rPr>
              <a:t>X</a:t>
            </a:r>
            <a:endParaRPr lang="fr-FR" sz="920" dirty="0"/>
          </a:p>
        </p:txBody>
      </p:sp>
      <p:sp>
        <p:nvSpPr>
          <p:cNvPr id="244" name="Shape 242"/>
          <p:cNvSpPr/>
          <p:nvPr/>
        </p:nvSpPr>
        <p:spPr>
          <a:xfrm>
            <a:off x="8307324" y="4846320"/>
            <a:ext cx="276987" cy="257861"/>
          </a:xfrm>
          <a:prstGeom prst="rect">
            <a:avLst/>
          </a:prstGeom>
          <a:solidFill>
            <a:srgbClr val="203847"/>
          </a:solidFill>
          <a:ln w="5080">
            <a:solidFill>
              <a:srgbClr val="FFFFFF"/>
            </a:solidFill>
            <a:prstDash val="solid"/>
          </a:ln>
        </p:spPr>
      </p:sp>
      <p:sp>
        <p:nvSpPr>
          <p:cNvPr id="245" name="Text 243"/>
          <p:cNvSpPr/>
          <p:nvPr/>
        </p:nvSpPr>
        <p:spPr>
          <a:xfrm>
            <a:off x="8307324" y="4873752"/>
            <a:ext cx="276987" cy="202997"/>
          </a:xfrm>
          <a:prstGeom prst="rect">
            <a:avLst/>
          </a:prstGeom>
          <a:noFill/>
          <a:ln/>
        </p:spPr>
        <p:txBody>
          <a:bodyPr wrap="square" lIns="0" tIns="0" rIns="0" bIns="0" rtlCol="0" anchor="ctr">
            <a:normAutofit/>
          </a:bodyPr>
          <a:lstStyle/>
          <a:p>
            <a:pPr algn="ctr" indent="0" marL="0">
              <a:buNone/>
            </a:pPr>
            <a:r>
              <a:rPr lang="fr-FR" altLang="en-US" sz="920" dirty="0">
                <a:solidFill>
                  <a:srgbClr val="FFFFFF"/>
                </a:solidFill>
                <a:latin typeface="Arial" pitchFamily="34" charset="0"/>
                <a:ea typeface="Arial" pitchFamily="34" charset="-122"/>
                <a:cs typeface="Arial" pitchFamily="34" charset="-120"/>
              </a:rPr>
              <a:t>X</a:t>
            </a:r>
            <a:endParaRPr lang="fr-FR" sz="920" dirty="0"/>
          </a:p>
        </p:txBody>
      </p:sp>
      <p:sp>
        <p:nvSpPr>
          <p:cNvPr id="246" name="Shape 244"/>
          <p:cNvSpPr/>
          <p:nvPr/>
        </p:nvSpPr>
        <p:spPr>
          <a:xfrm>
            <a:off x="8584311" y="4846320"/>
            <a:ext cx="276987" cy="257861"/>
          </a:xfrm>
          <a:prstGeom prst="rect">
            <a:avLst/>
          </a:prstGeom>
          <a:solidFill>
            <a:srgbClr val="203847"/>
          </a:solidFill>
          <a:ln w="5080">
            <a:solidFill>
              <a:srgbClr val="FFFFFF"/>
            </a:solidFill>
            <a:prstDash val="solid"/>
          </a:ln>
        </p:spPr>
      </p:sp>
      <p:sp>
        <p:nvSpPr>
          <p:cNvPr id="247" name="Text 245"/>
          <p:cNvSpPr/>
          <p:nvPr/>
        </p:nvSpPr>
        <p:spPr>
          <a:xfrm>
            <a:off x="8584311" y="4873752"/>
            <a:ext cx="276987" cy="202997"/>
          </a:xfrm>
          <a:prstGeom prst="rect">
            <a:avLst/>
          </a:prstGeom>
          <a:noFill/>
          <a:ln/>
        </p:spPr>
        <p:txBody>
          <a:bodyPr wrap="square" lIns="0" tIns="0" rIns="0" bIns="0" rtlCol="0" anchor="ctr">
            <a:normAutofit/>
          </a:bodyPr>
          <a:lstStyle/>
          <a:p>
            <a:pPr algn="ctr" indent="0" marL="0">
              <a:buNone/>
            </a:pPr>
            <a:r>
              <a:rPr lang="fr-FR" altLang="en-US" sz="920" dirty="0">
                <a:solidFill>
                  <a:srgbClr val="FFFFFF"/>
                </a:solidFill>
                <a:latin typeface="Arial" pitchFamily="34" charset="0"/>
                <a:ea typeface="Arial" pitchFamily="34" charset="-122"/>
                <a:cs typeface="Arial" pitchFamily="34" charset="-120"/>
              </a:rPr>
              <a:t>X</a:t>
            </a:r>
            <a:endParaRPr lang="fr-FR" sz="920" dirty="0"/>
          </a:p>
        </p:txBody>
      </p:sp>
      <p:sp>
        <p:nvSpPr>
          <p:cNvPr id="248" name="Shape 246"/>
          <p:cNvSpPr/>
          <p:nvPr/>
        </p:nvSpPr>
        <p:spPr>
          <a:xfrm>
            <a:off x="9415272" y="4846320"/>
            <a:ext cx="276987" cy="257861"/>
          </a:xfrm>
          <a:prstGeom prst="rect">
            <a:avLst/>
          </a:prstGeom>
          <a:solidFill>
            <a:srgbClr val="F0F3F5"/>
          </a:solidFill>
          <a:ln w="5080">
            <a:solidFill>
              <a:srgbClr val="F0F3F5"/>
            </a:solidFill>
            <a:prstDash val="solid"/>
          </a:ln>
        </p:spPr>
      </p:sp>
      <p:sp>
        <p:nvSpPr>
          <p:cNvPr id="249" name="Shape 247"/>
          <p:cNvSpPr/>
          <p:nvPr/>
        </p:nvSpPr>
        <p:spPr>
          <a:xfrm>
            <a:off x="9692259" y="4846320"/>
            <a:ext cx="276987" cy="257861"/>
          </a:xfrm>
          <a:prstGeom prst="rect">
            <a:avLst/>
          </a:prstGeom>
          <a:solidFill>
            <a:srgbClr val="F0F3F5"/>
          </a:solidFill>
          <a:ln w="5080">
            <a:solidFill>
              <a:srgbClr val="F0F3F5"/>
            </a:solidFill>
            <a:prstDash val="solid"/>
          </a:ln>
        </p:spPr>
      </p:sp>
      <p:sp>
        <p:nvSpPr>
          <p:cNvPr id="250" name="Shape 248"/>
          <p:cNvSpPr/>
          <p:nvPr/>
        </p:nvSpPr>
        <p:spPr>
          <a:xfrm>
            <a:off x="9969246" y="4846320"/>
            <a:ext cx="276987" cy="257861"/>
          </a:xfrm>
          <a:prstGeom prst="rect">
            <a:avLst/>
          </a:prstGeom>
          <a:solidFill>
            <a:srgbClr val="F0F3F5"/>
          </a:solidFill>
          <a:ln w="5080">
            <a:solidFill>
              <a:srgbClr val="F0F3F5"/>
            </a:solidFill>
            <a:prstDash val="solid"/>
          </a:ln>
        </p:spPr>
      </p:sp>
      <p:sp>
        <p:nvSpPr>
          <p:cNvPr id="251" name="Shape 249"/>
          <p:cNvSpPr/>
          <p:nvPr/>
        </p:nvSpPr>
        <p:spPr>
          <a:xfrm>
            <a:off x="10246233" y="4846320"/>
            <a:ext cx="276987" cy="257861"/>
          </a:xfrm>
          <a:prstGeom prst="rect">
            <a:avLst/>
          </a:prstGeom>
          <a:solidFill>
            <a:srgbClr val="F0F3F5"/>
          </a:solidFill>
          <a:ln w="5080">
            <a:solidFill>
              <a:srgbClr val="F0F3F5"/>
            </a:solidFill>
            <a:prstDash val="solid"/>
          </a:ln>
        </p:spPr>
      </p:sp>
      <p:sp>
        <p:nvSpPr>
          <p:cNvPr id="252" name="Shape 250"/>
          <p:cNvSpPr/>
          <p:nvPr/>
        </p:nvSpPr>
        <p:spPr>
          <a:xfrm>
            <a:off x="548640" y="5104181"/>
            <a:ext cx="11082528" cy="257861"/>
          </a:xfrm>
          <a:prstGeom prst="rect">
            <a:avLst/>
          </a:prstGeom>
          <a:solidFill>
            <a:srgbClr val="F0F3F5"/>
          </a:solidFill>
          <a:ln w="5080">
            <a:solidFill>
              <a:srgbClr val="DCE2E6"/>
            </a:solidFill>
            <a:prstDash val="solid"/>
          </a:ln>
        </p:spPr>
      </p:sp>
      <p:sp>
        <p:nvSpPr>
          <p:cNvPr id="253" name="Text 251"/>
          <p:cNvSpPr/>
          <p:nvPr/>
        </p:nvSpPr>
        <p:spPr>
          <a:xfrm>
            <a:off x="630936" y="5127041"/>
            <a:ext cx="3355848" cy="212141"/>
          </a:xfrm>
          <a:prstGeom prst="rect">
            <a:avLst/>
          </a:prstGeom>
          <a:noFill/>
          <a:ln/>
        </p:spPr>
        <p:txBody>
          <a:bodyPr wrap="square" lIns="0" tIns="0" rIns="0" bIns="0" rtlCol="0" anchor="ctr">
            <a:normAutofit/>
          </a:bodyPr>
          <a:lstStyle/>
          <a:p>
            <a:pPr algn="l" indent="0" marL="0">
              <a:buNone/>
            </a:pPr>
            <a:r>
              <a:rPr lang="fr-FR" altLang="en-US" sz="1240" dirty="0">
                <a:solidFill>
                  <a:srgbClr val="203847"/>
                </a:solidFill>
                <a:latin typeface="Arial" pitchFamily="34" charset="0"/>
                <a:ea typeface="Arial" pitchFamily="34" charset="-122"/>
                <a:cs typeface="Arial" pitchFamily="34" charset="-120"/>
              </a:rPr>
              <a:t>12  Tests unitaires</a:t>
            </a:r>
            <a:endParaRPr lang="fr-FR" sz="1240" dirty="0"/>
          </a:p>
        </p:txBody>
      </p:sp>
      <p:sp>
        <p:nvSpPr>
          <p:cNvPr id="254" name="Text 252"/>
          <p:cNvSpPr/>
          <p:nvPr/>
        </p:nvSpPr>
        <p:spPr>
          <a:xfrm>
            <a:off x="4050792" y="5127041"/>
            <a:ext cx="905256" cy="212141"/>
          </a:xfrm>
          <a:prstGeom prst="rect">
            <a:avLst/>
          </a:prstGeom>
          <a:noFill/>
          <a:ln/>
        </p:spPr>
        <p:txBody>
          <a:bodyPr wrap="square" lIns="0" tIns="0" rIns="0" bIns="0" rtlCol="0" anchor="ctr">
            <a:normAutofit/>
          </a:bodyPr>
          <a:lstStyle/>
          <a:p>
            <a:pPr algn="ctr" indent="0" marL="0">
              <a:buNone/>
            </a:pPr>
            <a:r>
              <a:rPr lang="fr-FR" altLang="en-US" sz="1050" dirty="0">
                <a:solidFill>
                  <a:srgbClr val="203847"/>
                </a:solidFill>
                <a:latin typeface="Arial" pitchFamily="34" charset="0"/>
                <a:ea typeface="Arial" pitchFamily="34" charset="-122"/>
                <a:cs typeface="Arial" pitchFamily="34" charset="-120"/>
              </a:rPr>
              <a:t>DEV</a:t>
            </a:r>
            <a:endParaRPr lang="fr-FR" sz="1050" dirty="0"/>
          </a:p>
        </p:txBody>
      </p:sp>
      <p:sp>
        <p:nvSpPr>
          <p:cNvPr id="255" name="Shape 253"/>
          <p:cNvSpPr/>
          <p:nvPr/>
        </p:nvSpPr>
        <p:spPr>
          <a:xfrm>
            <a:off x="4983480" y="5104181"/>
            <a:ext cx="276987" cy="257861"/>
          </a:xfrm>
          <a:prstGeom prst="rect">
            <a:avLst/>
          </a:prstGeom>
          <a:solidFill>
            <a:srgbClr val="F0F3F5"/>
          </a:solidFill>
          <a:ln w="5080">
            <a:solidFill>
              <a:srgbClr val="F0F3F5"/>
            </a:solidFill>
            <a:prstDash val="solid"/>
          </a:ln>
        </p:spPr>
      </p:sp>
      <p:sp>
        <p:nvSpPr>
          <p:cNvPr id="256" name="Shape 254"/>
          <p:cNvSpPr/>
          <p:nvPr/>
        </p:nvSpPr>
        <p:spPr>
          <a:xfrm>
            <a:off x="5260467" y="5104181"/>
            <a:ext cx="276987" cy="257861"/>
          </a:xfrm>
          <a:prstGeom prst="rect">
            <a:avLst/>
          </a:prstGeom>
          <a:solidFill>
            <a:srgbClr val="F0F3F5"/>
          </a:solidFill>
          <a:ln w="5080">
            <a:solidFill>
              <a:srgbClr val="F0F3F5"/>
            </a:solidFill>
            <a:prstDash val="solid"/>
          </a:ln>
        </p:spPr>
      </p:sp>
      <p:sp>
        <p:nvSpPr>
          <p:cNvPr id="257" name="Shape 255"/>
          <p:cNvSpPr/>
          <p:nvPr/>
        </p:nvSpPr>
        <p:spPr>
          <a:xfrm>
            <a:off x="5537454" y="5104181"/>
            <a:ext cx="276987" cy="257861"/>
          </a:xfrm>
          <a:prstGeom prst="rect">
            <a:avLst/>
          </a:prstGeom>
          <a:solidFill>
            <a:srgbClr val="F0F3F5"/>
          </a:solidFill>
          <a:ln w="5080">
            <a:solidFill>
              <a:srgbClr val="F0F3F5"/>
            </a:solidFill>
            <a:prstDash val="solid"/>
          </a:ln>
        </p:spPr>
      </p:sp>
      <p:sp>
        <p:nvSpPr>
          <p:cNvPr id="258" name="Shape 256"/>
          <p:cNvSpPr/>
          <p:nvPr/>
        </p:nvSpPr>
        <p:spPr>
          <a:xfrm>
            <a:off x="5814441" y="5104181"/>
            <a:ext cx="276987" cy="257861"/>
          </a:xfrm>
          <a:prstGeom prst="rect">
            <a:avLst/>
          </a:prstGeom>
          <a:solidFill>
            <a:srgbClr val="F0F3F5"/>
          </a:solidFill>
          <a:ln w="5080">
            <a:solidFill>
              <a:srgbClr val="F0F3F5"/>
            </a:solidFill>
            <a:prstDash val="solid"/>
          </a:ln>
        </p:spPr>
      </p:sp>
      <p:sp>
        <p:nvSpPr>
          <p:cNvPr id="259" name="Shape 257"/>
          <p:cNvSpPr/>
          <p:nvPr/>
        </p:nvSpPr>
        <p:spPr>
          <a:xfrm>
            <a:off x="7199376" y="5104181"/>
            <a:ext cx="276987" cy="257861"/>
          </a:xfrm>
          <a:prstGeom prst="rect">
            <a:avLst/>
          </a:prstGeom>
          <a:solidFill>
            <a:srgbClr val="F0F3F5"/>
          </a:solidFill>
          <a:ln w="5080">
            <a:solidFill>
              <a:srgbClr val="F0F3F5"/>
            </a:solidFill>
            <a:prstDash val="solid"/>
          </a:ln>
        </p:spPr>
      </p:sp>
      <p:sp>
        <p:nvSpPr>
          <p:cNvPr id="260" name="Shape 258"/>
          <p:cNvSpPr/>
          <p:nvPr/>
        </p:nvSpPr>
        <p:spPr>
          <a:xfrm>
            <a:off x="7476363" y="5104181"/>
            <a:ext cx="276987" cy="257861"/>
          </a:xfrm>
          <a:prstGeom prst="rect">
            <a:avLst/>
          </a:prstGeom>
          <a:solidFill>
            <a:srgbClr val="F0F3F5"/>
          </a:solidFill>
          <a:ln w="5080">
            <a:solidFill>
              <a:srgbClr val="F0F3F5"/>
            </a:solidFill>
            <a:prstDash val="solid"/>
          </a:ln>
        </p:spPr>
      </p:sp>
      <p:sp>
        <p:nvSpPr>
          <p:cNvPr id="261" name="Shape 259"/>
          <p:cNvSpPr/>
          <p:nvPr/>
        </p:nvSpPr>
        <p:spPr>
          <a:xfrm>
            <a:off x="7753350" y="5104181"/>
            <a:ext cx="276987" cy="257861"/>
          </a:xfrm>
          <a:prstGeom prst="rect">
            <a:avLst/>
          </a:prstGeom>
          <a:solidFill>
            <a:srgbClr val="C52F3C"/>
          </a:solidFill>
          <a:ln w="5080">
            <a:solidFill>
              <a:srgbClr val="FFFFFF"/>
            </a:solidFill>
            <a:prstDash val="solid"/>
          </a:ln>
        </p:spPr>
      </p:sp>
      <p:sp>
        <p:nvSpPr>
          <p:cNvPr id="262" name="Text 260"/>
          <p:cNvSpPr/>
          <p:nvPr/>
        </p:nvSpPr>
        <p:spPr>
          <a:xfrm>
            <a:off x="7753350" y="5131613"/>
            <a:ext cx="276987" cy="202997"/>
          </a:xfrm>
          <a:prstGeom prst="rect">
            <a:avLst/>
          </a:prstGeom>
          <a:noFill/>
          <a:ln/>
        </p:spPr>
        <p:txBody>
          <a:bodyPr wrap="square" lIns="0" tIns="0" rIns="0" bIns="0" rtlCol="0" anchor="ctr">
            <a:normAutofit/>
          </a:bodyPr>
          <a:lstStyle/>
          <a:p>
            <a:pPr algn="ctr" indent="0" marL="0">
              <a:buNone/>
            </a:pPr>
            <a:r>
              <a:rPr lang="fr-FR" altLang="en-US" sz="920" dirty="0">
                <a:solidFill>
                  <a:srgbClr val="FFFFFF"/>
                </a:solidFill>
                <a:latin typeface="Arial" pitchFamily="34" charset="0"/>
                <a:ea typeface="Arial" pitchFamily="34" charset="-122"/>
                <a:cs typeface="Arial" pitchFamily="34" charset="-120"/>
              </a:rPr>
              <a:t>E</a:t>
            </a:r>
            <a:endParaRPr lang="fr-FR" sz="920" dirty="0"/>
          </a:p>
        </p:txBody>
      </p:sp>
      <p:sp>
        <p:nvSpPr>
          <p:cNvPr id="263" name="Shape 261"/>
          <p:cNvSpPr/>
          <p:nvPr/>
        </p:nvSpPr>
        <p:spPr>
          <a:xfrm>
            <a:off x="8030337" y="5104181"/>
            <a:ext cx="276987" cy="257861"/>
          </a:xfrm>
          <a:prstGeom prst="rect">
            <a:avLst/>
          </a:prstGeom>
          <a:solidFill>
            <a:srgbClr val="C52F3C"/>
          </a:solidFill>
          <a:ln w="5080">
            <a:solidFill>
              <a:srgbClr val="FFFFFF"/>
            </a:solidFill>
            <a:prstDash val="solid"/>
          </a:ln>
        </p:spPr>
      </p:sp>
      <p:sp>
        <p:nvSpPr>
          <p:cNvPr id="264" name="Text 262"/>
          <p:cNvSpPr/>
          <p:nvPr/>
        </p:nvSpPr>
        <p:spPr>
          <a:xfrm>
            <a:off x="8030337" y="5131613"/>
            <a:ext cx="276987" cy="202997"/>
          </a:xfrm>
          <a:prstGeom prst="rect">
            <a:avLst/>
          </a:prstGeom>
          <a:noFill/>
          <a:ln/>
        </p:spPr>
        <p:txBody>
          <a:bodyPr wrap="square" lIns="0" tIns="0" rIns="0" bIns="0" rtlCol="0" anchor="ctr">
            <a:normAutofit/>
          </a:bodyPr>
          <a:lstStyle/>
          <a:p>
            <a:pPr algn="ctr" indent="0" marL="0">
              <a:buNone/>
            </a:pPr>
            <a:r>
              <a:rPr lang="fr-FR" altLang="en-US" sz="920" dirty="0">
                <a:solidFill>
                  <a:srgbClr val="FFFFFF"/>
                </a:solidFill>
                <a:latin typeface="Arial" pitchFamily="34" charset="0"/>
                <a:ea typeface="Arial" pitchFamily="34" charset="-122"/>
                <a:cs typeface="Arial" pitchFamily="34" charset="-120"/>
              </a:rPr>
              <a:t>E</a:t>
            </a:r>
            <a:endParaRPr lang="fr-FR" sz="920" dirty="0"/>
          </a:p>
        </p:txBody>
      </p:sp>
      <p:sp>
        <p:nvSpPr>
          <p:cNvPr id="265" name="Shape 263"/>
          <p:cNvSpPr/>
          <p:nvPr/>
        </p:nvSpPr>
        <p:spPr>
          <a:xfrm>
            <a:off x="8307324" y="5104181"/>
            <a:ext cx="276987" cy="257861"/>
          </a:xfrm>
          <a:prstGeom prst="rect">
            <a:avLst/>
          </a:prstGeom>
          <a:solidFill>
            <a:srgbClr val="C52F3C"/>
          </a:solidFill>
          <a:ln w="5080">
            <a:solidFill>
              <a:srgbClr val="FFFFFF"/>
            </a:solidFill>
            <a:prstDash val="solid"/>
          </a:ln>
        </p:spPr>
      </p:sp>
      <p:sp>
        <p:nvSpPr>
          <p:cNvPr id="266" name="Text 264"/>
          <p:cNvSpPr/>
          <p:nvPr/>
        </p:nvSpPr>
        <p:spPr>
          <a:xfrm>
            <a:off x="8307324" y="5131613"/>
            <a:ext cx="276987" cy="202997"/>
          </a:xfrm>
          <a:prstGeom prst="rect">
            <a:avLst/>
          </a:prstGeom>
          <a:noFill/>
          <a:ln/>
        </p:spPr>
        <p:txBody>
          <a:bodyPr wrap="square" lIns="0" tIns="0" rIns="0" bIns="0" rtlCol="0" anchor="ctr">
            <a:normAutofit/>
          </a:bodyPr>
          <a:lstStyle/>
          <a:p>
            <a:pPr algn="ctr" indent="0" marL="0">
              <a:buNone/>
            </a:pPr>
            <a:r>
              <a:rPr lang="fr-FR" altLang="en-US" sz="920" dirty="0">
                <a:solidFill>
                  <a:srgbClr val="FFFFFF"/>
                </a:solidFill>
                <a:latin typeface="Arial" pitchFamily="34" charset="0"/>
                <a:ea typeface="Arial" pitchFamily="34" charset="-122"/>
                <a:cs typeface="Arial" pitchFamily="34" charset="-120"/>
              </a:rPr>
              <a:t>E</a:t>
            </a:r>
            <a:endParaRPr lang="fr-FR" sz="920" dirty="0"/>
          </a:p>
        </p:txBody>
      </p:sp>
      <p:sp>
        <p:nvSpPr>
          <p:cNvPr id="267" name="Shape 265"/>
          <p:cNvSpPr/>
          <p:nvPr/>
        </p:nvSpPr>
        <p:spPr>
          <a:xfrm>
            <a:off x="8584311" y="5104181"/>
            <a:ext cx="276987" cy="257861"/>
          </a:xfrm>
          <a:prstGeom prst="rect">
            <a:avLst/>
          </a:prstGeom>
          <a:solidFill>
            <a:srgbClr val="C52F3C"/>
          </a:solidFill>
          <a:ln w="5080">
            <a:solidFill>
              <a:srgbClr val="FFFFFF"/>
            </a:solidFill>
            <a:prstDash val="solid"/>
          </a:ln>
        </p:spPr>
      </p:sp>
      <p:sp>
        <p:nvSpPr>
          <p:cNvPr id="268" name="Text 266"/>
          <p:cNvSpPr/>
          <p:nvPr/>
        </p:nvSpPr>
        <p:spPr>
          <a:xfrm>
            <a:off x="8584311" y="5131613"/>
            <a:ext cx="276987" cy="202997"/>
          </a:xfrm>
          <a:prstGeom prst="rect">
            <a:avLst/>
          </a:prstGeom>
          <a:noFill/>
          <a:ln/>
        </p:spPr>
        <p:txBody>
          <a:bodyPr wrap="square" lIns="0" tIns="0" rIns="0" bIns="0" rtlCol="0" anchor="ctr">
            <a:normAutofit/>
          </a:bodyPr>
          <a:lstStyle/>
          <a:p>
            <a:pPr algn="ctr" indent="0" marL="0">
              <a:buNone/>
            </a:pPr>
            <a:r>
              <a:rPr lang="fr-FR" altLang="en-US" sz="920" dirty="0">
                <a:solidFill>
                  <a:srgbClr val="FFFFFF"/>
                </a:solidFill>
                <a:latin typeface="Arial" pitchFamily="34" charset="0"/>
                <a:ea typeface="Arial" pitchFamily="34" charset="-122"/>
                <a:cs typeface="Arial" pitchFamily="34" charset="-120"/>
              </a:rPr>
              <a:t>E</a:t>
            </a:r>
            <a:endParaRPr lang="fr-FR" sz="920" dirty="0"/>
          </a:p>
        </p:txBody>
      </p:sp>
      <p:sp>
        <p:nvSpPr>
          <p:cNvPr id="269" name="Shape 267"/>
          <p:cNvSpPr/>
          <p:nvPr/>
        </p:nvSpPr>
        <p:spPr>
          <a:xfrm>
            <a:off x="9415272" y="5104181"/>
            <a:ext cx="276987" cy="257861"/>
          </a:xfrm>
          <a:prstGeom prst="rect">
            <a:avLst/>
          </a:prstGeom>
          <a:solidFill>
            <a:srgbClr val="F0F3F5"/>
          </a:solidFill>
          <a:ln w="5080">
            <a:solidFill>
              <a:srgbClr val="F0F3F5"/>
            </a:solidFill>
            <a:prstDash val="solid"/>
          </a:ln>
        </p:spPr>
      </p:sp>
      <p:sp>
        <p:nvSpPr>
          <p:cNvPr id="270" name="Shape 268"/>
          <p:cNvSpPr/>
          <p:nvPr/>
        </p:nvSpPr>
        <p:spPr>
          <a:xfrm>
            <a:off x="9692259" y="5104181"/>
            <a:ext cx="276987" cy="257861"/>
          </a:xfrm>
          <a:prstGeom prst="rect">
            <a:avLst/>
          </a:prstGeom>
          <a:solidFill>
            <a:srgbClr val="F0F3F5"/>
          </a:solidFill>
          <a:ln w="5080">
            <a:solidFill>
              <a:srgbClr val="F0F3F5"/>
            </a:solidFill>
            <a:prstDash val="solid"/>
          </a:ln>
        </p:spPr>
      </p:sp>
      <p:sp>
        <p:nvSpPr>
          <p:cNvPr id="271" name="Shape 269"/>
          <p:cNvSpPr/>
          <p:nvPr/>
        </p:nvSpPr>
        <p:spPr>
          <a:xfrm>
            <a:off x="9969246" y="5104181"/>
            <a:ext cx="276987" cy="257861"/>
          </a:xfrm>
          <a:prstGeom prst="rect">
            <a:avLst/>
          </a:prstGeom>
          <a:solidFill>
            <a:srgbClr val="F0F3F5"/>
          </a:solidFill>
          <a:ln w="5080">
            <a:solidFill>
              <a:srgbClr val="F0F3F5"/>
            </a:solidFill>
            <a:prstDash val="solid"/>
          </a:ln>
        </p:spPr>
      </p:sp>
      <p:sp>
        <p:nvSpPr>
          <p:cNvPr id="272" name="Shape 270"/>
          <p:cNvSpPr/>
          <p:nvPr/>
        </p:nvSpPr>
        <p:spPr>
          <a:xfrm>
            <a:off x="10246233" y="5104181"/>
            <a:ext cx="276987" cy="257861"/>
          </a:xfrm>
          <a:prstGeom prst="rect">
            <a:avLst/>
          </a:prstGeom>
          <a:solidFill>
            <a:srgbClr val="F0F3F5"/>
          </a:solidFill>
          <a:ln w="5080">
            <a:solidFill>
              <a:srgbClr val="F0F3F5"/>
            </a:solidFill>
            <a:prstDash val="solid"/>
          </a:ln>
        </p:spPr>
      </p:sp>
      <p:sp>
        <p:nvSpPr>
          <p:cNvPr id="273" name="Text 271"/>
          <p:cNvSpPr/>
          <p:nvPr/>
        </p:nvSpPr>
        <p:spPr>
          <a:xfrm>
            <a:off x="603504" y="5499202"/>
            <a:ext cx="10881360" cy="228600"/>
          </a:xfrm>
          <a:prstGeom prst="rect">
            <a:avLst/>
          </a:prstGeom>
          <a:noFill/>
          <a:ln/>
        </p:spPr>
        <p:txBody>
          <a:bodyPr wrap="square" lIns="0" tIns="0" rIns="0" bIns="0" rtlCol="0" anchor="ctr">
            <a:normAutofit/>
          </a:bodyPr>
          <a:lstStyle/>
          <a:p>
            <a:pPr algn="l" indent="0" marL="0">
              <a:buNone/>
            </a:pPr>
            <a:r>
              <a:rPr lang="fr-FR" altLang="en-US" sz="1240" dirty="0">
                <a:solidFill>
                  <a:srgbClr val="5B6770"/>
                </a:solidFill>
                <a:latin typeface="Arial" pitchFamily="34" charset="0"/>
                <a:ea typeface="Arial" pitchFamily="34" charset="-122"/>
                <a:cs typeface="Arial" pitchFamily="34" charset="-120"/>
              </a:rPr>
              <a:t>X : réalisation     P : préparation / pilotage     E : vérification</a:t>
            </a:r>
            <a:endParaRPr lang="fr-FR" sz="1240" dirty="0"/>
          </a:p>
        </p:txBody>
      </p:sp>
      <p:sp>
        <p:nvSpPr>
          <p:cNvPr id="274" name="Text 272"/>
          <p:cNvSpPr/>
          <p:nvPr/>
        </p:nvSpPr>
        <p:spPr>
          <a:xfrm>
            <a:off x="603504" y="5806440"/>
            <a:ext cx="10881360" cy="356616"/>
          </a:xfrm>
          <a:prstGeom prst="rect">
            <a:avLst/>
          </a:prstGeom>
          <a:noFill/>
          <a:ln/>
        </p:spPr>
        <p:txBody>
          <a:bodyPr wrap="square" lIns="0" tIns="0" rIns="0" bIns="0" rtlCol="0" anchor="ctr">
            <a:normAutofit/>
          </a:bodyPr>
          <a:lstStyle/>
          <a:p>
            <a:pPr algn="l" indent="0" marL="0">
              <a:buNone/>
            </a:pPr>
            <a:r>
              <a:rPr lang="fr-FR" altLang="en-US" sz="1320" b="1" dirty="0">
                <a:solidFill>
                  <a:srgbClr val="203847"/>
                </a:solidFill>
                <a:latin typeface="Arial" pitchFamily="34" charset="0"/>
                <a:ea typeface="Arial" pitchFamily="34" charset="-122"/>
                <a:cs typeface="Arial" pitchFamily="34" charset="-120"/>
              </a:rPr>
              <a:t>V1 fin S4 : cadrage approuvé     |     V2 fin S8 : conception validée     |     V3 fin S14 : version assemblable</a:t>
            </a:r>
            <a:endParaRPr lang="fr-FR" sz="132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347472"/>
            <a:ext cx="457200" cy="54864"/>
          </a:xfrm>
          <a:prstGeom prst="rect">
            <a:avLst/>
          </a:prstGeom>
          <a:solidFill>
            <a:srgbClr val="C52F3C"/>
          </a:solidFill>
          <a:ln w="8890">
            <a:solidFill>
              <a:srgbClr val="C52F3C"/>
            </a:solidFill>
            <a:prstDash val="solid"/>
          </a:ln>
        </p:spPr>
      </p:sp>
      <p:sp>
        <p:nvSpPr>
          <p:cNvPr id="3" name="Text 1"/>
          <p:cNvSpPr/>
          <p:nvPr/>
        </p:nvSpPr>
        <p:spPr>
          <a:xfrm>
            <a:off x="1124712" y="274320"/>
            <a:ext cx="9784080" cy="237744"/>
          </a:xfrm>
          <a:prstGeom prst="rect">
            <a:avLst/>
          </a:prstGeom>
          <a:solidFill>
            <a:srgbClr val="FFFFFF">
              <a:alpha val="0"/>
            </a:srgbClr>
          </a:solidFill>
          <a:ln>
            <a:solidFill>
              <a:srgbClr val="FFFFFF">
                <a:alpha val="0"/>
              </a:srgbClr>
            </a:solidFill>
          </a:ln>
        </p:spPr>
        <p:txBody>
          <a:bodyPr wrap="square" lIns="0" tIns="0" rIns="0" bIns="0" rtlCol="0" anchor="ctr">
            <a:normAutofit/>
          </a:bodyPr>
          <a:lstStyle/>
          <a:p>
            <a:pPr algn="l" indent="0" marL="0">
              <a:buNone/>
            </a:pPr>
            <a:r>
              <a:rPr lang="fr-FR" altLang="en-US" sz="1100" b="1" spc="130" kern="0" dirty="0">
                <a:solidFill>
                  <a:srgbClr val="5B6770"/>
                </a:solidFill>
                <a:latin typeface="Arial" pitchFamily="34" charset="0"/>
                <a:ea typeface="Arial" pitchFamily="34" charset="-122"/>
                <a:cs typeface="Arial" pitchFamily="34" charset="-120"/>
              </a:rPr>
              <a:t>PLANNING PRÉVISIONNEL</a:t>
            </a:r>
            <a:endParaRPr lang="fr-FR" sz="1100" dirty="0"/>
          </a:p>
        </p:txBody>
      </p:sp>
      <p:sp>
        <p:nvSpPr>
          <p:cNvPr id="4" name="Text 2"/>
          <p:cNvSpPr/>
          <p:nvPr/>
        </p:nvSpPr>
        <p:spPr>
          <a:xfrm>
            <a:off x="548640" y="822960"/>
            <a:ext cx="11064240" cy="557784"/>
          </a:xfrm>
          <a:prstGeom prst="rect">
            <a:avLst/>
          </a:prstGeom>
          <a:solidFill>
            <a:srgbClr val="FFFFFF">
              <a:alpha val="0"/>
            </a:srgbClr>
          </a:solidFill>
          <a:ln>
            <a:solidFill>
              <a:srgbClr val="FFFFFF">
                <a:alpha val="0"/>
              </a:srgbClr>
            </a:solidFill>
          </a:ln>
        </p:spPr>
        <p:txBody>
          <a:bodyPr wrap="square" lIns="0" tIns="0" rIns="0" bIns="0" rtlCol="0" anchor="ctr">
            <a:normAutofit/>
          </a:bodyPr>
          <a:lstStyle/>
          <a:p>
            <a:pPr algn="l" indent="0" marL="0">
              <a:buNone/>
            </a:pPr>
            <a:r>
              <a:rPr lang="fr-FR" altLang="en-US" sz="3000" b="1" dirty="0">
                <a:solidFill>
                  <a:srgbClr val="203847"/>
                </a:solidFill>
                <a:latin typeface="Arial" pitchFamily="34" charset="0"/>
                <a:ea typeface="Arial" pitchFamily="34" charset="-122"/>
                <a:cs typeface="Arial" pitchFamily="34" charset="-120"/>
              </a:rPr>
              <a:t>Qualification, recette et jalons de décision</a:t>
            </a:r>
            <a:endParaRPr lang="fr-FR" sz="3000" dirty="0"/>
          </a:p>
        </p:txBody>
      </p:sp>
      <p:sp>
        <p:nvSpPr>
          <p:cNvPr id="5" name="Shape 3"/>
          <p:cNvSpPr/>
          <p:nvPr/>
        </p:nvSpPr>
        <p:spPr>
          <a:xfrm>
            <a:off x="548640" y="6437376"/>
            <a:ext cx="11082528" cy="0"/>
          </a:xfrm>
          <a:prstGeom prst="line">
            <a:avLst/>
          </a:prstGeom>
          <a:solidFill>
            <a:srgbClr val="FFFFFF">
              <a:alpha val="0"/>
            </a:srgbClr>
          </a:solidFill>
          <a:ln w="19050">
            <a:solidFill>
              <a:srgbClr val="DCE2E6"/>
            </a:solidFill>
            <a:prstDash val="solid"/>
          </a:ln>
        </p:spPr>
      </p:sp>
      <p:sp>
        <p:nvSpPr>
          <p:cNvPr id="6" name="Text 4"/>
          <p:cNvSpPr/>
          <p:nvPr/>
        </p:nvSpPr>
        <p:spPr>
          <a:xfrm>
            <a:off x="548640" y="6510528"/>
            <a:ext cx="10424160" cy="182880"/>
          </a:xfrm>
          <a:prstGeom prst="rect">
            <a:avLst/>
          </a:prstGeom>
          <a:solidFill>
            <a:srgbClr val="FFFFFF">
              <a:alpha val="0"/>
            </a:srgbClr>
          </a:solidFill>
          <a:ln>
            <a:solidFill>
              <a:srgbClr val="FFFFFF">
                <a:alpha val="0"/>
              </a:srgbClr>
            </a:solidFill>
          </a:ln>
        </p:spPr>
        <p:txBody>
          <a:bodyPr wrap="square" lIns="0" tIns="0" rIns="0" bIns="0" rtlCol="0" anchor="ctr">
            <a:normAutofit/>
          </a:bodyPr>
          <a:lstStyle/>
          <a:p>
            <a:pPr algn="l" indent="0" marL="0">
              <a:buNone/>
            </a:pPr>
            <a:r>
              <a:rPr lang="fr-FR" altLang="en-US" sz="900" dirty="0">
                <a:solidFill>
                  <a:srgbClr val="5B6770"/>
                </a:solidFill>
                <a:latin typeface="Arial" pitchFamily="34" charset="0"/>
                <a:ea typeface="Arial" pitchFamily="34" charset="-122"/>
                <a:cs typeface="Arial" pitchFamily="34" charset="-120"/>
              </a:rPr>
              <a:t>Verisure | RGPD-01 | Mise en œuvre</a:t>
            </a:r>
            <a:endParaRPr lang="fr-FR" sz="900" dirty="0"/>
          </a:p>
        </p:txBody>
      </p:sp>
      <p:sp>
        <p:nvSpPr>
          <p:cNvPr id="7" name="Text 5"/>
          <p:cNvSpPr/>
          <p:nvPr/>
        </p:nvSpPr>
        <p:spPr>
          <a:xfrm>
            <a:off x="11137392" y="6492240"/>
            <a:ext cx="502920" cy="201168"/>
          </a:xfrm>
          <a:prstGeom prst="rect">
            <a:avLst/>
          </a:prstGeom>
          <a:solidFill>
            <a:srgbClr val="FFFFFF">
              <a:alpha val="0"/>
            </a:srgbClr>
          </a:solidFill>
          <a:ln>
            <a:solidFill>
              <a:srgbClr val="FFFFFF">
                <a:alpha val="0"/>
              </a:srgbClr>
            </a:solidFill>
          </a:ln>
        </p:spPr>
        <p:txBody>
          <a:bodyPr wrap="square" lIns="0" tIns="0" rIns="0" bIns="0" rtlCol="0" anchor="ctr">
            <a:normAutofit/>
          </a:bodyPr>
          <a:lstStyle/>
          <a:p>
            <a:pPr algn="r" indent="0" marL="0">
              <a:buNone/>
            </a:pPr>
            <a:r>
              <a:rPr lang="fr-FR" altLang="en-US" sz="1000" dirty="0">
                <a:solidFill>
                  <a:srgbClr val="5B6770"/>
                </a:solidFill>
                <a:latin typeface="Arial" pitchFamily="34" charset="0"/>
                <a:ea typeface="Arial" pitchFamily="34" charset="-122"/>
                <a:cs typeface="Arial" pitchFamily="34" charset="-120"/>
              </a:rPr>
              <a:t>7</a:t>
            </a:r>
            <a:endParaRPr lang="fr-FR" sz="1000" dirty="0"/>
          </a:p>
        </p:txBody>
      </p:sp>
      <p:sp>
        <p:nvSpPr>
          <p:cNvPr id="8" name="Text 6"/>
          <p:cNvSpPr/>
          <p:nvPr/>
        </p:nvSpPr>
        <p:spPr>
          <a:xfrm>
            <a:off x="594360" y="1581912"/>
            <a:ext cx="10972800" cy="292608"/>
          </a:xfrm>
          <a:prstGeom prst="rect">
            <a:avLst/>
          </a:prstGeom>
          <a:noFill/>
          <a:ln/>
        </p:spPr>
        <p:txBody>
          <a:bodyPr wrap="square" lIns="0" tIns="0" rIns="0" bIns="0" rtlCol="0" anchor="ctr">
            <a:normAutofit/>
          </a:bodyPr>
          <a:lstStyle/>
          <a:p>
            <a:pPr algn="l" indent="0" marL="0">
              <a:buNone/>
            </a:pPr>
            <a:r>
              <a:rPr lang="fr-FR" altLang="en-US" sz="1400" dirty="0">
                <a:solidFill>
                  <a:srgbClr val="5B6770"/>
                </a:solidFill>
                <a:latin typeface="Arial" pitchFamily="34" charset="0"/>
                <a:ea typeface="Arial" pitchFamily="34" charset="-122"/>
                <a:cs typeface="Arial" pitchFamily="34" charset="-120"/>
              </a:rPr>
              <a:t>Activités 13 à 18 | La maintenance courante se poursuit à partir de S25.</a:t>
            </a:r>
            <a:endParaRPr lang="fr-FR" sz="1400" dirty="0"/>
          </a:p>
        </p:txBody>
      </p:sp>
      <p:sp>
        <p:nvSpPr>
          <p:cNvPr id="9" name="Shape 7"/>
          <p:cNvSpPr/>
          <p:nvPr/>
        </p:nvSpPr>
        <p:spPr>
          <a:xfrm>
            <a:off x="548640" y="1993392"/>
            <a:ext cx="11082528" cy="274320"/>
          </a:xfrm>
          <a:prstGeom prst="rect">
            <a:avLst/>
          </a:prstGeom>
          <a:solidFill>
            <a:srgbClr val="203847"/>
          </a:solidFill>
          <a:ln w="5080">
            <a:solidFill>
              <a:srgbClr val="203847"/>
            </a:solidFill>
            <a:prstDash val="solid"/>
          </a:ln>
        </p:spPr>
      </p:sp>
      <p:sp>
        <p:nvSpPr>
          <p:cNvPr id="10" name="Text 8"/>
          <p:cNvSpPr/>
          <p:nvPr/>
        </p:nvSpPr>
        <p:spPr>
          <a:xfrm>
            <a:off x="630936" y="2007108"/>
            <a:ext cx="3364992" cy="237744"/>
          </a:xfrm>
          <a:prstGeom prst="rect">
            <a:avLst/>
          </a:prstGeom>
          <a:noFill/>
          <a:ln/>
        </p:spPr>
        <p:txBody>
          <a:bodyPr wrap="square" lIns="0" tIns="0" rIns="0" bIns="0" rtlCol="0" anchor="ctr">
            <a:normAutofit/>
          </a:bodyPr>
          <a:lstStyle/>
          <a:p>
            <a:pPr algn="l" indent="0" marL="0">
              <a:buNone/>
            </a:pPr>
            <a:r>
              <a:rPr lang="fr-FR" altLang="en-US" sz="1200" b="1" dirty="0">
                <a:solidFill>
                  <a:srgbClr val="FFFFFF"/>
                </a:solidFill>
                <a:latin typeface="Arial" pitchFamily="34" charset="0"/>
                <a:ea typeface="Arial" pitchFamily="34" charset="-122"/>
                <a:cs typeface="Arial" pitchFamily="34" charset="-120"/>
              </a:rPr>
              <a:t>ID / Activité</a:t>
            </a:r>
            <a:endParaRPr lang="fr-FR" sz="1200" dirty="0"/>
          </a:p>
        </p:txBody>
      </p:sp>
      <p:sp>
        <p:nvSpPr>
          <p:cNvPr id="11" name="Text 9"/>
          <p:cNvSpPr/>
          <p:nvPr/>
        </p:nvSpPr>
        <p:spPr>
          <a:xfrm>
            <a:off x="4023360" y="2007108"/>
            <a:ext cx="960120" cy="237744"/>
          </a:xfrm>
          <a:prstGeom prst="rect">
            <a:avLst/>
          </a:prstGeom>
          <a:noFill/>
          <a:ln/>
        </p:spPr>
        <p:txBody>
          <a:bodyPr wrap="square" lIns="0" tIns="0" rIns="0" bIns="0" rtlCol="0" anchor="ctr">
            <a:normAutofit/>
          </a:bodyPr>
          <a:lstStyle/>
          <a:p>
            <a:pPr algn="ctr" indent="0" marL="0">
              <a:buNone/>
            </a:pPr>
            <a:r>
              <a:rPr lang="fr-FR" altLang="en-US" sz="1120" b="1" dirty="0">
                <a:solidFill>
                  <a:srgbClr val="FFFFFF"/>
                </a:solidFill>
                <a:latin typeface="Arial" pitchFamily="34" charset="0"/>
                <a:ea typeface="Arial" pitchFamily="34" charset="-122"/>
                <a:cs typeface="Arial" pitchFamily="34" charset="-120"/>
              </a:rPr>
              <a:t>Pilote</a:t>
            </a:r>
            <a:endParaRPr lang="fr-FR" sz="1120" dirty="0"/>
          </a:p>
        </p:txBody>
      </p:sp>
      <p:sp>
        <p:nvSpPr>
          <p:cNvPr id="12" name="Text 10"/>
          <p:cNvSpPr/>
          <p:nvPr/>
        </p:nvSpPr>
        <p:spPr>
          <a:xfrm>
            <a:off x="4983480" y="2007108"/>
            <a:ext cx="276987" cy="237744"/>
          </a:xfrm>
          <a:prstGeom prst="rect">
            <a:avLst/>
          </a:prstGeom>
          <a:noFill/>
          <a:ln/>
        </p:spPr>
        <p:txBody>
          <a:bodyPr wrap="square" lIns="0" tIns="0" rIns="0" bIns="0" rtlCol="0" anchor="ctr">
            <a:normAutofit/>
          </a:bodyPr>
          <a:lstStyle/>
          <a:p>
            <a:pPr algn="ctr" indent="0" marL="0">
              <a:buNone/>
            </a:pPr>
            <a:r>
              <a:rPr lang="fr-FR" altLang="en-US" sz="930" b="1" dirty="0">
                <a:solidFill>
                  <a:srgbClr val="FFFFFF"/>
                </a:solidFill>
                <a:latin typeface="Arial" pitchFamily="34" charset="0"/>
                <a:ea typeface="Arial" pitchFamily="34" charset="-122"/>
                <a:cs typeface="Arial" pitchFamily="34" charset="-120"/>
              </a:rPr>
              <a:t>01</a:t>
            </a:r>
            <a:endParaRPr lang="fr-FR" sz="930" dirty="0"/>
          </a:p>
        </p:txBody>
      </p:sp>
      <p:sp>
        <p:nvSpPr>
          <p:cNvPr id="13" name="Text 11"/>
          <p:cNvSpPr/>
          <p:nvPr/>
        </p:nvSpPr>
        <p:spPr>
          <a:xfrm>
            <a:off x="5260467" y="2007108"/>
            <a:ext cx="276987" cy="237744"/>
          </a:xfrm>
          <a:prstGeom prst="rect">
            <a:avLst/>
          </a:prstGeom>
          <a:noFill/>
          <a:ln/>
        </p:spPr>
        <p:txBody>
          <a:bodyPr wrap="square" lIns="0" tIns="0" rIns="0" bIns="0" rtlCol="0" anchor="ctr">
            <a:normAutofit/>
          </a:bodyPr>
          <a:lstStyle/>
          <a:p>
            <a:pPr algn="ctr" indent="0" marL="0">
              <a:buNone/>
            </a:pPr>
            <a:r>
              <a:rPr lang="fr-FR" altLang="en-US" sz="930" b="1" dirty="0">
                <a:solidFill>
                  <a:srgbClr val="FFFFFF"/>
                </a:solidFill>
                <a:latin typeface="Arial" pitchFamily="34" charset="0"/>
                <a:ea typeface="Arial" pitchFamily="34" charset="-122"/>
                <a:cs typeface="Arial" pitchFamily="34" charset="-120"/>
              </a:rPr>
              <a:t>02</a:t>
            </a:r>
            <a:endParaRPr lang="fr-FR" sz="930" dirty="0"/>
          </a:p>
        </p:txBody>
      </p:sp>
      <p:sp>
        <p:nvSpPr>
          <p:cNvPr id="14" name="Text 12"/>
          <p:cNvSpPr/>
          <p:nvPr/>
        </p:nvSpPr>
        <p:spPr>
          <a:xfrm>
            <a:off x="5537454" y="2007108"/>
            <a:ext cx="276987" cy="237744"/>
          </a:xfrm>
          <a:prstGeom prst="rect">
            <a:avLst/>
          </a:prstGeom>
          <a:noFill/>
          <a:ln/>
        </p:spPr>
        <p:txBody>
          <a:bodyPr wrap="square" lIns="0" tIns="0" rIns="0" bIns="0" rtlCol="0" anchor="ctr">
            <a:normAutofit/>
          </a:bodyPr>
          <a:lstStyle/>
          <a:p>
            <a:pPr algn="ctr" indent="0" marL="0">
              <a:buNone/>
            </a:pPr>
            <a:r>
              <a:rPr lang="fr-FR" altLang="en-US" sz="930" b="1" dirty="0">
                <a:solidFill>
                  <a:srgbClr val="FFFFFF"/>
                </a:solidFill>
                <a:latin typeface="Arial" pitchFamily="34" charset="0"/>
                <a:ea typeface="Arial" pitchFamily="34" charset="-122"/>
                <a:cs typeface="Arial" pitchFamily="34" charset="-120"/>
              </a:rPr>
              <a:t>03</a:t>
            </a:r>
            <a:endParaRPr lang="fr-FR" sz="930" dirty="0"/>
          </a:p>
        </p:txBody>
      </p:sp>
      <p:sp>
        <p:nvSpPr>
          <p:cNvPr id="15" name="Text 13"/>
          <p:cNvSpPr/>
          <p:nvPr/>
        </p:nvSpPr>
        <p:spPr>
          <a:xfrm>
            <a:off x="5814441" y="2007108"/>
            <a:ext cx="276987" cy="237744"/>
          </a:xfrm>
          <a:prstGeom prst="rect">
            <a:avLst/>
          </a:prstGeom>
          <a:noFill/>
          <a:ln/>
        </p:spPr>
        <p:txBody>
          <a:bodyPr wrap="square" lIns="0" tIns="0" rIns="0" bIns="0" rtlCol="0" anchor="ctr">
            <a:normAutofit/>
          </a:bodyPr>
          <a:lstStyle/>
          <a:p>
            <a:pPr algn="ctr" indent="0" marL="0">
              <a:buNone/>
            </a:pPr>
            <a:r>
              <a:rPr lang="fr-FR" altLang="en-US" sz="930" b="1" dirty="0">
                <a:solidFill>
                  <a:srgbClr val="FFFFFF"/>
                </a:solidFill>
                <a:latin typeface="Arial" pitchFamily="34" charset="0"/>
                <a:ea typeface="Arial" pitchFamily="34" charset="-122"/>
                <a:cs typeface="Arial" pitchFamily="34" charset="-120"/>
              </a:rPr>
              <a:t>04</a:t>
            </a:r>
            <a:endParaRPr lang="fr-FR" sz="930" dirty="0"/>
          </a:p>
        </p:txBody>
      </p:sp>
      <p:sp>
        <p:nvSpPr>
          <p:cNvPr id="16" name="Text 14"/>
          <p:cNvSpPr/>
          <p:nvPr/>
        </p:nvSpPr>
        <p:spPr>
          <a:xfrm>
            <a:off x="6091428" y="2007108"/>
            <a:ext cx="276987" cy="237744"/>
          </a:xfrm>
          <a:prstGeom prst="rect">
            <a:avLst/>
          </a:prstGeom>
          <a:noFill/>
          <a:ln/>
        </p:spPr>
        <p:txBody>
          <a:bodyPr wrap="square" lIns="0" tIns="0" rIns="0" bIns="0" rtlCol="0" anchor="ctr">
            <a:normAutofit/>
          </a:bodyPr>
          <a:lstStyle/>
          <a:p>
            <a:pPr algn="ctr" indent="0" marL="0">
              <a:buNone/>
            </a:pPr>
            <a:r>
              <a:rPr lang="fr-FR" altLang="en-US" sz="930" b="1" dirty="0">
                <a:solidFill>
                  <a:srgbClr val="FFFFFF"/>
                </a:solidFill>
                <a:latin typeface="Arial" pitchFamily="34" charset="0"/>
                <a:ea typeface="Arial" pitchFamily="34" charset="-122"/>
                <a:cs typeface="Arial" pitchFamily="34" charset="-120"/>
              </a:rPr>
              <a:t>05</a:t>
            </a:r>
            <a:endParaRPr lang="fr-FR" sz="930" dirty="0"/>
          </a:p>
        </p:txBody>
      </p:sp>
      <p:sp>
        <p:nvSpPr>
          <p:cNvPr id="17" name="Text 15"/>
          <p:cNvSpPr/>
          <p:nvPr/>
        </p:nvSpPr>
        <p:spPr>
          <a:xfrm>
            <a:off x="6368415" y="2007108"/>
            <a:ext cx="276987" cy="237744"/>
          </a:xfrm>
          <a:prstGeom prst="rect">
            <a:avLst/>
          </a:prstGeom>
          <a:noFill/>
          <a:ln/>
        </p:spPr>
        <p:txBody>
          <a:bodyPr wrap="square" lIns="0" tIns="0" rIns="0" bIns="0" rtlCol="0" anchor="ctr">
            <a:normAutofit/>
          </a:bodyPr>
          <a:lstStyle/>
          <a:p>
            <a:pPr algn="ctr" indent="0" marL="0">
              <a:buNone/>
            </a:pPr>
            <a:r>
              <a:rPr lang="fr-FR" altLang="en-US" sz="930" b="1" dirty="0">
                <a:solidFill>
                  <a:srgbClr val="FFFFFF"/>
                </a:solidFill>
                <a:latin typeface="Arial" pitchFamily="34" charset="0"/>
                <a:ea typeface="Arial" pitchFamily="34" charset="-122"/>
                <a:cs typeface="Arial" pitchFamily="34" charset="-120"/>
              </a:rPr>
              <a:t>06</a:t>
            </a:r>
            <a:endParaRPr lang="fr-FR" sz="930" dirty="0"/>
          </a:p>
        </p:txBody>
      </p:sp>
      <p:sp>
        <p:nvSpPr>
          <p:cNvPr id="18" name="Text 16"/>
          <p:cNvSpPr/>
          <p:nvPr/>
        </p:nvSpPr>
        <p:spPr>
          <a:xfrm>
            <a:off x="6645402" y="2007108"/>
            <a:ext cx="276987" cy="237744"/>
          </a:xfrm>
          <a:prstGeom prst="rect">
            <a:avLst/>
          </a:prstGeom>
          <a:noFill/>
          <a:ln/>
        </p:spPr>
        <p:txBody>
          <a:bodyPr wrap="square" lIns="0" tIns="0" rIns="0" bIns="0" rtlCol="0" anchor="ctr">
            <a:normAutofit/>
          </a:bodyPr>
          <a:lstStyle/>
          <a:p>
            <a:pPr algn="ctr" indent="0" marL="0">
              <a:buNone/>
            </a:pPr>
            <a:r>
              <a:rPr lang="fr-FR" altLang="en-US" sz="930" b="1" dirty="0">
                <a:solidFill>
                  <a:srgbClr val="FFFFFF"/>
                </a:solidFill>
                <a:latin typeface="Arial" pitchFamily="34" charset="0"/>
                <a:ea typeface="Arial" pitchFamily="34" charset="-122"/>
                <a:cs typeface="Arial" pitchFamily="34" charset="-120"/>
              </a:rPr>
              <a:t>07</a:t>
            </a:r>
            <a:endParaRPr lang="fr-FR" sz="930" dirty="0"/>
          </a:p>
        </p:txBody>
      </p:sp>
      <p:sp>
        <p:nvSpPr>
          <p:cNvPr id="19" name="Text 17"/>
          <p:cNvSpPr/>
          <p:nvPr/>
        </p:nvSpPr>
        <p:spPr>
          <a:xfrm>
            <a:off x="6922389" y="2007108"/>
            <a:ext cx="276987" cy="237744"/>
          </a:xfrm>
          <a:prstGeom prst="rect">
            <a:avLst/>
          </a:prstGeom>
          <a:noFill/>
          <a:ln/>
        </p:spPr>
        <p:txBody>
          <a:bodyPr wrap="square" lIns="0" tIns="0" rIns="0" bIns="0" rtlCol="0" anchor="ctr">
            <a:normAutofit/>
          </a:bodyPr>
          <a:lstStyle/>
          <a:p>
            <a:pPr algn="ctr" indent="0" marL="0">
              <a:buNone/>
            </a:pPr>
            <a:r>
              <a:rPr lang="fr-FR" altLang="en-US" sz="930" b="1" dirty="0">
                <a:solidFill>
                  <a:srgbClr val="FFFFFF"/>
                </a:solidFill>
                <a:latin typeface="Arial" pitchFamily="34" charset="0"/>
                <a:ea typeface="Arial" pitchFamily="34" charset="-122"/>
                <a:cs typeface="Arial" pitchFamily="34" charset="-120"/>
              </a:rPr>
              <a:t>08</a:t>
            </a:r>
            <a:endParaRPr lang="fr-FR" sz="930" dirty="0"/>
          </a:p>
        </p:txBody>
      </p:sp>
      <p:sp>
        <p:nvSpPr>
          <p:cNvPr id="20" name="Text 18"/>
          <p:cNvSpPr/>
          <p:nvPr/>
        </p:nvSpPr>
        <p:spPr>
          <a:xfrm>
            <a:off x="7199376" y="2007108"/>
            <a:ext cx="276987" cy="237744"/>
          </a:xfrm>
          <a:prstGeom prst="rect">
            <a:avLst/>
          </a:prstGeom>
          <a:noFill/>
          <a:ln/>
        </p:spPr>
        <p:txBody>
          <a:bodyPr wrap="square" lIns="0" tIns="0" rIns="0" bIns="0" rtlCol="0" anchor="ctr">
            <a:normAutofit/>
          </a:bodyPr>
          <a:lstStyle/>
          <a:p>
            <a:pPr algn="ctr" indent="0" marL="0">
              <a:buNone/>
            </a:pPr>
            <a:r>
              <a:rPr lang="fr-FR" altLang="en-US" sz="930" b="1" dirty="0">
                <a:solidFill>
                  <a:srgbClr val="FFFFFF"/>
                </a:solidFill>
                <a:latin typeface="Arial" pitchFamily="34" charset="0"/>
                <a:ea typeface="Arial" pitchFamily="34" charset="-122"/>
                <a:cs typeface="Arial" pitchFamily="34" charset="-120"/>
              </a:rPr>
              <a:t>09</a:t>
            </a:r>
            <a:endParaRPr lang="fr-FR" sz="930" dirty="0"/>
          </a:p>
        </p:txBody>
      </p:sp>
      <p:sp>
        <p:nvSpPr>
          <p:cNvPr id="21" name="Text 19"/>
          <p:cNvSpPr/>
          <p:nvPr/>
        </p:nvSpPr>
        <p:spPr>
          <a:xfrm>
            <a:off x="7476363" y="2007108"/>
            <a:ext cx="276987" cy="237744"/>
          </a:xfrm>
          <a:prstGeom prst="rect">
            <a:avLst/>
          </a:prstGeom>
          <a:noFill/>
          <a:ln/>
        </p:spPr>
        <p:txBody>
          <a:bodyPr wrap="square" lIns="0" tIns="0" rIns="0" bIns="0" rtlCol="0" anchor="ctr">
            <a:normAutofit/>
          </a:bodyPr>
          <a:lstStyle/>
          <a:p>
            <a:pPr algn="ctr" indent="0" marL="0">
              <a:buNone/>
            </a:pPr>
            <a:r>
              <a:rPr lang="fr-FR" altLang="en-US" sz="930" b="1" dirty="0">
                <a:solidFill>
                  <a:srgbClr val="FFFFFF"/>
                </a:solidFill>
                <a:latin typeface="Arial" pitchFamily="34" charset="0"/>
                <a:ea typeface="Arial" pitchFamily="34" charset="-122"/>
                <a:cs typeface="Arial" pitchFamily="34" charset="-120"/>
              </a:rPr>
              <a:t>10</a:t>
            </a:r>
            <a:endParaRPr lang="fr-FR" sz="930" dirty="0"/>
          </a:p>
        </p:txBody>
      </p:sp>
      <p:sp>
        <p:nvSpPr>
          <p:cNvPr id="22" name="Text 20"/>
          <p:cNvSpPr/>
          <p:nvPr/>
        </p:nvSpPr>
        <p:spPr>
          <a:xfrm>
            <a:off x="7753350" y="2007108"/>
            <a:ext cx="276987" cy="237744"/>
          </a:xfrm>
          <a:prstGeom prst="rect">
            <a:avLst/>
          </a:prstGeom>
          <a:noFill/>
          <a:ln/>
        </p:spPr>
        <p:txBody>
          <a:bodyPr wrap="square" lIns="0" tIns="0" rIns="0" bIns="0" rtlCol="0" anchor="ctr">
            <a:normAutofit/>
          </a:bodyPr>
          <a:lstStyle/>
          <a:p>
            <a:pPr algn="ctr" indent="0" marL="0">
              <a:buNone/>
            </a:pPr>
            <a:r>
              <a:rPr lang="fr-FR" altLang="en-US" sz="930" b="1" dirty="0">
                <a:solidFill>
                  <a:srgbClr val="FFFFFF"/>
                </a:solidFill>
                <a:latin typeface="Arial" pitchFamily="34" charset="0"/>
                <a:ea typeface="Arial" pitchFamily="34" charset="-122"/>
                <a:cs typeface="Arial" pitchFamily="34" charset="-120"/>
              </a:rPr>
              <a:t>11</a:t>
            </a:r>
            <a:endParaRPr lang="fr-FR" sz="930" dirty="0"/>
          </a:p>
        </p:txBody>
      </p:sp>
      <p:sp>
        <p:nvSpPr>
          <p:cNvPr id="23" name="Text 21"/>
          <p:cNvSpPr/>
          <p:nvPr/>
        </p:nvSpPr>
        <p:spPr>
          <a:xfrm>
            <a:off x="8030337" y="2007108"/>
            <a:ext cx="276987" cy="237744"/>
          </a:xfrm>
          <a:prstGeom prst="rect">
            <a:avLst/>
          </a:prstGeom>
          <a:noFill/>
          <a:ln/>
        </p:spPr>
        <p:txBody>
          <a:bodyPr wrap="square" lIns="0" tIns="0" rIns="0" bIns="0" rtlCol="0" anchor="ctr">
            <a:normAutofit/>
          </a:bodyPr>
          <a:lstStyle/>
          <a:p>
            <a:pPr algn="ctr" indent="0" marL="0">
              <a:buNone/>
            </a:pPr>
            <a:r>
              <a:rPr lang="fr-FR" altLang="en-US" sz="930" b="1" dirty="0">
                <a:solidFill>
                  <a:srgbClr val="FFFFFF"/>
                </a:solidFill>
                <a:latin typeface="Arial" pitchFamily="34" charset="0"/>
                <a:ea typeface="Arial" pitchFamily="34" charset="-122"/>
                <a:cs typeface="Arial" pitchFamily="34" charset="-120"/>
              </a:rPr>
              <a:t>12</a:t>
            </a:r>
            <a:endParaRPr lang="fr-FR" sz="930" dirty="0"/>
          </a:p>
        </p:txBody>
      </p:sp>
      <p:sp>
        <p:nvSpPr>
          <p:cNvPr id="24" name="Text 22"/>
          <p:cNvSpPr/>
          <p:nvPr/>
        </p:nvSpPr>
        <p:spPr>
          <a:xfrm>
            <a:off x="8307324" y="2007108"/>
            <a:ext cx="276987" cy="237744"/>
          </a:xfrm>
          <a:prstGeom prst="rect">
            <a:avLst/>
          </a:prstGeom>
          <a:noFill/>
          <a:ln/>
        </p:spPr>
        <p:txBody>
          <a:bodyPr wrap="square" lIns="0" tIns="0" rIns="0" bIns="0" rtlCol="0" anchor="ctr">
            <a:normAutofit/>
          </a:bodyPr>
          <a:lstStyle/>
          <a:p>
            <a:pPr algn="ctr" indent="0" marL="0">
              <a:buNone/>
            </a:pPr>
            <a:r>
              <a:rPr lang="fr-FR" altLang="en-US" sz="930" b="1" dirty="0">
                <a:solidFill>
                  <a:srgbClr val="FFFFFF"/>
                </a:solidFill>
                <a:latin typeface="Arial" pitchFamily="34" charset="0"/>
                <a:ea typeface="Arial" pitchFamily="34" charset="-122"/>
                <a:cs typeface="Arial" pitchFamily="34" charset="-120"/>
              </a:rPr>
              <a:t>13</a:t>
            </a:r>
            <a:endParaRPr lang="fr-FR" sz="930" dirty="0"/>
          </a:p>
        </p:txBody>
      </p:sp>
      <p:sp>
        <p:nvSpPr>
          <p:cNvPr id="25" name="Text 23"/>
          <p:cNvSpPr/>
          <p:nvPr/>
        </p:nvSpPr>
        <p:spPr>
          <a:xfrm>
            <a:off x="8584311" y="2007108"/>
            <a:ext cx="276987" cy="237744"/>
          </a:xfrm>
          <a:prstGeom prst="rect">
            <a:avLst/>
          </a:prstGeom>
          <a:noFill/>
          <a:ln/>
        </p:spPr>
        <p:txBody>
          <a:bodyPr wrap="square" lIns="0" tIns="0" rIns="0" bIns="0" rtlCol="0" anchor="ctr">
            <a:normAutofit/>
          </a:bodyPr>
          <a:lstStyle/>
          <a:p>
            <a:pPr algn="ctr" indent="0" marL="0">
              <a:buNone/>
            </a:pPr>
            <a:r>
              <a:rPr lang="fr-FR" altLang="en-US" sz="930" b="1" dirty="0">
                <a:solidFill>
                  <a:srgbClr val="FFFFFF"/>
                </a:solidFill>
                <a:latin typeface="Arial" pitchFamily="34" charset="0"/>
                <a:ea typeface="Arial" pitchFamily="34" charset="-122"/>
                <a:cs typeface="Arial" pitchFamily="34" charset="-120"/>
              </a:rPr>
              <a:t>14</a:t>
            </a:r>
            <a:endParaRPr lang="fr-FR" sz="930" dirty="0"/>
          </a:p>
        </p:txBody>
      </p:sp>
      <p:sp>
        <p:nvSpPr>
          <p:cNvPr id="26" name="Text 24"/>
          <p:cNvSpPr/>
          <p:nvPr/>
        </p:nvSpPr>
        <p:spPr>
          <a:xfrm>
            <a:off x="8861298" y="2007108"/>
            <a:ext cx="276987" cy="237744"/>
          </a:xfrm>
          <a:prstGeom prst="rect">
            <a:avLst/>
          </a:prstGeom>
          <a:noFill/>
          <a:ln/>
        </p:spPr>
        <p:txBody>
          <a:bodyPr wrap="square" lIns="0" tIns="0" rIns="0" bIns="0" rtlCol="0" anchor="ctr">
            <a:normAutofit/>
          </a:bodyPr>
          <a:lstStyle/>
          <a:p>
            <a:pPr algn="ctr" indent="0" marL="0">
              <a:buNone/>
            </a:pPr>
            <a:r>
              <a:rPr lang="fr-FR" altLang="en-US" sz="930" b="1" dirty="0">
                <a:solidFill>
                  <a:srgbClr val="FFFFFF"/>
                </a:solidFill>
                <a:latin typeface="Arial" pitchFamily="34" charset="0"/>
                <a:ea typeface="Arial" pitchFamily="34" charset="-122"/>
                <a:cs typeface="Arial" pitchFamily="34" charset="-120"/>
              </a:rPr>
              <a:t>15</a:t>
            </a:r>
            <a:endParaRPr lang="fr-FR" sz="930" dirty="0"/>
          </a:p>
        </p:txBody>
      </p:sp>
      <p:sp>
        <p:nvSpPr>
          <p:cNvPr id="27" name="Text 25"/>
          <p:cNvSpPr/>
          <p:nvPr/>
        </p:nvSpPr>
        <p:spPr>
          <a:xfrm>
            <a:off x="9138285" y="2007108"/>
            <a:ext cx="276987" cy="237744"/>
          </a:xfrm>
          <a:prstGeom prst="rect">
            <a:avLst/>
          </a:prstGeom>
          <a:noFill/>
          <a:ln/>
        </p:spPr>
        <p:txBody>
          <a:bodyPr wrap="square" lIns="0" tIns="0" rIns="0" bIns="0" rtlCol="0" anchor="ctr">
            <a:normAutofit/>
          </a:bodyPr>
          <a:lstStyle/>
          <a:p>
            <a:pPr algn="ctr" indent="0" marL="0">
              <a:buNone/>
            </a:pPr>
            <a:r>
              <a:rPr lang="fr-FR" altLang="en-US" sz="930" b="1" dirty="0">
                <a:solidFill>
                  <a:srgbClr val="FFFFFF"/>
                </a:solidFill>
                <a:latin typeface="Arial" pitchFamily="34" charset="0"/>
                <a:ea typeface="Arial" pitchFamily="34" charset="-122"/>
                <a:cs typeface="Arial" pitchFamily="34" charset="-120"/>
              </a:rPr>
              <a:t>16</a:t>
            </a:r>
            <a:endParaRPr lang="fr-FR" sz="930" dirty="0"/>
          </a:p>
        </p:txBody>
      </p:sp>
      <p:sp>
        <p:nvSpPr>
          <p:cNvPr id="28" name="Text 26"/>
          <p:cNvSpPr/>
          <p:nvPr/>
        </p:nvSpPr>
        <p:spPr>
          <a:xfrm>
            <a:off x="9415272" y="2007108"/>
            <a:ext cx="276987" cy="237744"/>
          </a:xfrm>
          <a:prstGeom prst="rect">
            <a:avLst/>
          </a:prstGeom>
          <a:noFill/>
          <a:ln/>
        </p:spPr>
        <p:txBody>
          <a:bodyPr wrap="square" lIns="0" tIns="0" rIns="0" bIns="0" rtlCol="0" anchor="ctr">
            <a:normAutofit/>
          </a:bodyPr>
          <a:lstStyle/>
          <a:p>
            <a:pPr algn="ctr" indent="0" marL="0">
              <a:buNone/>
            </a:pPr>
            <a:r>
              <a:rPr lang="fr-FR" altLang="en-US" sz="930" b="1" dirty="0">
                <a:solidFill>
                  <a:srgbClr val="FFFFFF"/>
                </a:solidFill>
                <a:latin typeface="Arial" pitchFamily="34" charset="0"/>
                <a:ea typeface="Arial" pitchFamily="34" charset="-122"/>
                <a:cs typeface="Arial" pitchFamily="34" charset="-120"/>
              </a:rPr>
              <a:t>17</a:t>
            </a:r>
            <a:endParaRPr lang="fr-FR" sz="930" dirty="0"/>
          </a:p>
        </p:txBody>
      </p:sp>
      <p:sp>
        <p:nvSpPr>
          <p:cNvPr id="29" name="Text 27"/>
          <p:cNvSpPr/>
          <p:nvPr/>
        </p:nvSpPr>
        <p:spPr>
          <a:xfrm>
            <a:off x="9692259" y="2007108"/>
            <a:ext cx="276987" cy="237744"/>
          </a:xfrm>
          <a:prstGeom prst="rect">
            <a:avLst/>
          </a:prstGeom>
          <a:noFill/>
          <a:ln/>
        </p:spPr>
        <p:txBody>
          <a:bodyPr wrap="square" lIns="0" tIns="0" rIns="0" bIns="0" rtlCol="0" anchor="ctr">
            <a:normAutofit/>
          </a:bodyPr>
          <a:lstStyle/>
          <a:p>
            <a:pPr algn="ctr" indent="0" marL="0">
              <a:buNone/>
            </a:pPr>
            <a:r>
              <a:rPr lang="fr-FR" altLang="en-US" sz="930" b="1" dirty="0">
                <a:solidFill>
                  <a:srgbClr val="FFFFFF"/>
                </a:solidFill>
                <a:latin typeface="Arial" pitchFamily="34" charset="0"/>
                <a:ea typeface="Arial" pitchFamily="34" charset="-122"/>
                <a:cs typeface="Arial" pitchFamily="34" charset="-120"/>
              </a:rPr>
              <a:t>18</a:t>
            </a:r>
            <a:endParaRPr lang="fr-FR" sz="930" dirty="0"/>
          </a:p>
        </p:txBody>
      </p:sp>
      <p:sp>
        <p:nvSpPr>
          <p:cNvPr id="30" name="Text 28"/>
          <p:cNvSpPr/>
          <p:nvPr/>
        </p:nvSpPr>
        <p:spPr>
          <a:xfrm>
            <a:off x="9969246" y="2007108"/>
            <a:ext cx="276987" cy="237744"/>
          </a:xfrm>
          <a:prstGeom prst="rect">
            <a:avLst/>
          </a:prstGeom>
          <a:noFill/>
          <a:ln/>
        </p:spPr>
        <p:txBody>
          <a:bodyPr wrap="square" lIns="0" tIns="0" rIns="0" bIns="0" rtlCol="0" anchor="ctr">
            <a:normAutofit/>
          </a:bodyPr>
          <a:lstStyle/>
          <a:p>
            <a:pPr algn="ctr" indent="0" marL="0">
              <a:buNone/>
            </a:pPr>
            <a:r>
              <a:rPr lang="fr-FR" altLang="en-US" sz="930" b="1" dirty="0">
                <a:solidFill>
                  <a:srgbClr val="FFFFFF"/>
                </a:solidFill>
                <a:latin typeface="Arial" pitchFamily="34" charset="0"/>
                <a:ea typeface="Arial" pitchFamily="34" charset="-122"/>
                <a:cs typeface="Arial" pitchFamily="34" charset="-120"/>
              </a:rPr>
              <a:t>19</a:t>
            </a:r>
            <a:endParaRPr lang="fr-FR" sz="930" dirty="0"/>
          </a:p>
        </p:txBody>
      </p:sp>
      <p:sp>
        <p:nvSpPr>
          <p:cNvPr id="31" name="Text 29"/>
          <p:cNvSpPr/>
          <p:nvPr/>
        </p:nvSpPr>
        <p:spPr>
          <a:xfrm>
            <a:off x="10246233" y="2007108"/>
            <a:ext cx="276987" cy="237744"/>
          </a:xfrm>
          <a:prstGeom prst="rect">
            <a:avLst/>
          </a:prstGeom>
          <a:noFill/>
          <a:ln/>
        </p:spPr>
        <p:txBody>
          <a:bodyPr wrap="square" lIns="0" tIns="0" rIns="0" bIns="0" rtlCol="0" anchor="ctr">
            <a:normAutofit/>
          </a:bodyPr>
          <a:lstStyle/>
          <a:p>
            <a:pPr algn="ctr" indent="0" marL="0">
              <a:buNone/>
            </a:pPr>
            <a:r>
              <a:rPr lang="fr-FR" altLang="en-US" sz="930" b="1" dirty="0">
                <a:solidFill>
                  <a:srgbClr val="FFFFFF"/>
                </a:solidFill>
                <a:latin typeface="Arial" pitchFamily="34" charset="0"/>
                <a:ea typeface="Arial" pitchFamily="34" charset="-122"/>
                <a:cs typeface="Arial" pitchFamily="34" charset="-120"/>
              </a:rPr>
              <a:t>20</a:t>
            </a:r>
            <a:endParaRPr lang="fr-FR" sz="930" dirty="0"/>
          </a:p>
        </p:txBody>
      </p:sp>
      <p:sp>
        <p:nvSpPr>
          <p:cNvPr id="32" name="Text 30"/>
          <p:cNvSpPr/>
          <p:nvPr/>
        </p:nvSpPr>
        <p:spPr>
          <a:xfrm>
            <a:off x="10523220" y="2007108"/>
            <a:ext cx="276987" cy="237744"/>
          </a:xfrm>
          <a:prstGeom prst="rect">
            <a:avLst/>
          </a:prstGeom>
          <a:noFill/>
          <a:ln/>
        </p:spPr>
        <p:txBody>
          <a:bodyPr wrap="square" lIns="0" tIns="0" rIns="0" bIns="0" rtlCol="0" anchor="ctr">
            <a:normAutofit/>
          </a:bodyPr>
          <a:lstStyle/>
          <a:p>
            <a:pPr algn="ctr" indent="0" marL="0">
              <a:buNone/>
            </a:pPr>
            <a:r>
              <a:rPr lang="fr-FR" altLang="en-US" sz="930" b="1" dirty="0">
                <a:solidFill>
                  <a:srgbClr val="FFFFFF"/>
                </a:solidFill>
                <a:latin typeface="Arial" pitchFamily="34" charset="0"/>
                <a:ea typeface="Arial" pitchFamily="34" charset="-122"/>
                <a:cs typeface="Arial" pitchFamily="34" charset="-120"/>
              </a:rPr>
              <a:t>21</a:t>
            </a:r>
            <a:endParaRPr lang="fr-FR" sz="930" dirty="0"/>
          </a:p>
        </p:txBody>
      </p:sp>
      <p:sp>
        <p:nvSpPr>
          <p:cNvPr id="33" name="Text 31"/>
          <p:cNvSpPr/>
          <p:nvPr/>
        </p:nvSpPr>
        <p:spPr>
          <a:xfrm>
            <a:off x="10800207" y="2007108"/>
            <a:ext cx="276987" cy="237744"/>
          </a:xfrm>
          <a:prstGeom prst="rect">
            <a:avLst/>
          </a:prstGeom>
          <a:noFill/>
          <a:ln/>
        </p:spPr>
        <p:txBody>
          <a:bodyPr wrap="square" lIns="0" tIns="0" rIns="0" bIns="0" rtlCol="0" anchor="ctr">
            <a:normAutofit/>
          </a:bodyPr>
          <a:lstStyle/>
          <a:p>
            <a:pPr algn="ctr" indent="0" marL="0">
              <a:buNone/>
            </a:pPr>
            <a:r>
              <a:rPr lang="fr-FR" altLang="en-US" sz="930" b="1" dirty="0">
                <a:solidFill>
                  <a:srgbClr val="FFFFFF"/>
                </a:solidFill>
                <a:latin typeface="Arial" pitchFamily="34" charset="0"/>
                <a:ea typeface="Arial" pitchFamily="34" charset="-122"/>
                <a:cs typeface="Arial" pitchFamily="34" charset="-120"/>
              </a:rPr>
              <a:t>22</a:t>
            </a:r>
            <a:endParaRPr lang="fr-FR" sz="930" dirty="0"/>
          </a:p>
        </p:txBody>
      </p:sp>
      <p:sp>
        <p:nvSpPr>
          <p:cNvPr id="34" name="Text 32"/>
          <p:cNvSpPr/>
          <p:nvPr/>
        </p:nvSpPr>
        <p:spPr>
          <a:xfrm>
            <a:off x="11077194" y="2007108"/>
            <a:ext cx="276987" cy="237744"/>
          </a:xfrm>
          <a:prstGeom prst="rect">
            <a:avLst/>
          </a:prstGeom>
          <a:noFill/>
          <a:ln/>
        </p:spPr>
        <p:txBody>
          <a:bodyPr wrap="square" lIns="0" tIns="0" rIns="0" bIns="0" rtlCol="0" anchor="ctr">
            <a:normAutofit/>
          </a:bodyPr>
          <a:lstStyle/>
          <a:p>
            <a:pPr algn="ctr" indent="0" marL="0">
              <a:buNone/>
            </a:pPr>
            <a:r>
              <a:rPr lang="fr-FR" altLang="en-US" sz="930" b="1" dirty="0">
                <a:solidFill>
                  <a:srgbClr val="FFFFFF"/>
                </a:solidFill>
                <a:latin typeface="Arial" pitchFamily="34" charset="0"/>
                <a:ea typeface="Arial" pitchFamily="34" charset="-122"/>
                <a:cs typeface="Arial" pitchFamily="34" charset="-120"/>
              </a:rPr>
              <a:t>23</a:t>
            </a:r>
            <a:endParaRPr lang="fr-FR" sz="930" dirty="0"/>
          </a:p>
        </p:txBody>
      </p:sp>
      <p:sp>
        <p:nvSpPr>
          <p:cNvPr id="35" name="Text 33"/>
          <p:cNvSpPr/>
          <p:nvPr/>
        </p:nvSpPr>
        <p:spPr>
          <a:xfrm>
            <a:off x="11354181" y="2007108"/>
            <a:ext cx="276987" cy="237744"/>
          </a:xfrm>
          <a:prstGeom prst="rect">
            <a:avLst/>
          </a:prstGeom>
          <a:noFill/>
          <a:ln/>
        </p:spPr>
        <p:txBody>
          <a:bodyPr wrap="square" lIns="0" tIns="0" rIns="0" bIns="0" rtlCol="0" anchor="ctr">
            <a:normAutofit/>
          </a:bodyPr>
          <a:lstStyle/>
          <a:p>
            <a:pPr algn="ctr" indent="0" marL="0">
              <a:buNone/>
            </a:pPr>
            <a:r>
              <a:rPr lang="fr-FR" altLang="en-US" sz="930" b="1" dirty="0">
                <a:solidFill>
                  <a:srgbClr val="FFFFFF"/>
                </a:solidFill>
                <a:latin typeface="Arial" pitchFamily="34" charset="0"/>
                <a:ea typeface="Arial" pitchFamily="34" charset="-122"/>
                <a:cs typeface="Arial" pitchFamily="34" charset="-120"/>
              </a:rPr>
              <a:t>24</a:t>
            </a:r>
            <a:endParaRPr lang="fr-FR" sz="930" dirty="0"/>
          </a:p>
        </p:txBody>
      </p:sp>
      <p:sp>
        <p:nvSpPr>
          <p:cNvPr id="36" name="Shape 34"/>
          <p:cNvSpPr/>
          <p:nvPr/>
        </p:nvSpPr>
        <p:spPr>
          <a:xfrm>
            <a:off x="548640" y="2267712"/>
            <a:ext cx="11082528" cy="274320"/>
          </a:xfrm>
          <a:prstGeom prst="rect">
            <a:avLst/>
          </a:prstGeom>
          <a:solidFill>
            <a:srgbClr val="FFFFFF"/>
          </a:solidFill>
          <a:ln w="5080">
            <a:solidFill>
              <a:srgbClr val="DCE2E6"/>
            </a:solidFill>
            <a:prstDash val="solid"/>
          </a:ln>
        </p:spPr>
      </p:sp>
      <p:sp>
        <p:nvSpPr>
          <p:cNvPr id="37" name="Text 35"/>
          <p:cNvSpPr/>
          <p:nvPr/>
        </p:nvSpPr>
        <p:spPr>
          <a:xfrm>
            <a:off x="630936" y="2290572"/>
            <a:ext cx="3355848" cy="228600"/>
          </a:xfrm>
          <a:prstGeom prst="rect">
            <a:avLst/>
          </a:prstGeom>
          <a:noFill/>
          <a:ln/>
        </p:spPr>
        <p:txBody>
          <a:bodyPr wrap="square" lIns="0" tIns="0" rIns="0" bIns="0" rtlCol="0" anchor="ctr">
            <a:normAutofit/>
          </a:bodyPr>
          <a:lstStyle/>
          <a:p>
            <a:pPr algn="l" indent="0" marL="0">
              <a:buNone/>
            </a:pPr>
            <a:r>
              <a:rPr lang="fr-FR" altLang="en-US" sz="1240" dirty="0">
                <a:solidFill>
                  <a:srgbClr val="203847"/>
                </a:solidFill>
                <a:latin typeface="Arial" pitchFamily="34" charset="0"/>
                <a:ea typeface="Arial" pitchFamily="34" charset="-122"/>
                <a:cs typeface="Arial" pitchFamily="34" charset="-120"/>
              </a:rPr>
              <a:t>13  Tests d’intégration</a:t>
            </a:r>
            <a:endParaRPr lang="fr-FR" sz="1240" dirty="0"/>
          </a:p>
        </p:txBody>
      </p:sp>
      <p:sp>
        <p:nvSpPr>
          <p:cNvPr id="38" name="Text 36"/>
          <p:cNvSpPr/>
          <p:nvPr/>
        </p:nvSpPr>
        <p:spPr>
          <a:xfrm>
            <a:off x="4050792" y="2290572"/>
            <a:ext cx="905256" cy="228600"/>
          </a:xfrm>
          <a:prstGeom prst="rect">
            <a:avLst/>
          </a:prstGeom>
          <a:noFill/>
          <a:ln/>
        </p:spPr>
        <p:txBody>
          <a:bodyPr wrap="square" lIns="0" tIns="0" rIns="0" bIns="0" rtlCol="0" anchor="ctr">
            <a:normAutofit/>
          </a:bodyPr>
          <a:lstStyle/>
          <a:p>
            <a:pPr algn="ctr" indent="0" marL="0">
              <a:buNone/>
            </a:pPr>
            <a:r>
              <a:rPr lang="fr-FR" altLang="en-US" sz="1050" dirty="0">
                <a:solidFill>
                  <a:srgbClr val="203847"/>
                </a:solidFill>
                <a:latin typeface="Arial" pitchFamily="34" charset="0"/>
                <a:ea typeface="Arial" pitchFamily="34" charset="-122"/>
                <a:cs typeface="Arial" pitchFamily="34" charset="-120"/>
              </a:rPr>
              <a:t>BE / QA</a:t>
            </a:r>
            <a:endParaRPr lang="fr-FR" sz="1050" dirty="0"/>
          </a:p>
        </p:txBody>
      </p:sp>
      <p:sp>
        <p:nvSpPr>
          <p:cNvPr id="39" name="Shape 37"/>
          <p:cNvSpPr/>
          <p:nvPr/>
        </p:nvSpPr>
        <p:spPr>
          <a:xfrm>
            <a:off x="4983480" y="2267712"/>
            <a:ext cx="276987" cy="274320"/>
          </a:xfrm>
          <a:prstGeom prst="rect">
            <a:avLst/>
          </a:prstGeom>
          <a:solidFill>
            <a:srgbClr val="F0F3F5"/>
          </a:solidFill>
          <a:ln w="5080">
            <a:solidFill>
              <a:srgbClr val="F0F3F5"/>
            </a:solidFill>
            <a:prstDash val="solid"/>
          </a:ln>
        </p:spPr>
      </p:sp>
      <p:sp>
        <p:nvSpPr>
          <p:cNvPr id="40" name="Shape 38"/>
          <p:cNvSpPr/>
          <p:nvPr/>
        </p:nvSpPr>
        <p:spPr>
          <a:xfrm>
            <a:off x="5260467" y="2267712"/>
            <a:ext cx="276987" cy="274320"/>
          </a:xfrm>
          <a:prstGeom prst="rect">
            <a:avLst/>
          </a:prstGeom>
          <a:solidFill>
            <a:srgbClr val="F0F3F5"/>
          </a:solidFill>
          <a:ln w="5080">
            <a:solidFill>
              <a:srgbClr val="F0F3F5"/>
            </a:solidFill>
            <a:prstDash val="solid"/>
          </a:ln>
        </p:spPr>
      </p:sp>
      <p:sp>
        <p:nvSpPr>
          <p:cNvPr id="41" name="Shape 39"/>
          <p:cNvSpPr/>
          <p:nvPr/>
        </p:nvSpPr>
        <p:spPr>
          <a:xfrm>
            <a:off x="5537454" y="2267712"/>
            <a:ext cx="276987" cy="274320"/>
          </a:xfrm>
          <a:prstGeom prst="rect">
            <a:avLst/>
          </a:prstGeom>
          <a:solidFill>
            <a:srgbClr val="F0F3F5"/>
          </a:solidFill>
          <a:ln w="5080">
            <a:solidFill>
              <a:srgbClr val="F0F3F5"/>
            </a:solidFill>
            <a:prstDash val="solid"/>
          </a:ln>
        </p:spPr>
      </p:sp>
      <p:sp>
        <p:nvSpPr>
          <p:cNvPr id="42" name="Shape 40"/>
          <p:cNvSpPr/>
          <p:nvPr/>
        </p:nvSpPr>
        <p:spPr>
          <a:xfrm>
            <a:off x="5814441" y="2267712"/>
            <a:ext cx="276987" cy="274320"/>
          </a:xfrm>
          <a:prstGeom prst="rect">
            <a:avLst/>
          </a:prstGeom>
          <a:solidFill>
            <a:srgbClr val="F0F3F5"/>
          </a:solidFill>
          <a:ln w="5080">
            <a:solidFill>
              <a:srgbClr val="F0F3F5"/>
            </a:solidFill>
            <a:prstDash val="solid"/>
          </a:ln>
        </p:spPr>
      </p:sp>
      <p:sp>
        <p:nvSpPr>
          <p:cNvPr id="43" name="Shape 41"/>
          <p:cNvSpPr/>
          <p:nvPr/>
        </p:nvSpPr>
        <p:spPr>
          <a:xfrm>
            <a:off x="7199376" y="2267712"/>
            <a:ext cx="276987" cy="274320"/>
          </a:xfrm>
          <a:prstGeom prst="rect">
            <a:avLst/>
          </a:prstGeom>
          <a:solidFill>
            <a:srgbClr val="F0F3F5"/>
          </a:solidFill>
          <a:ln w="5080">
            <a:solidFill>
              <a:srgbClr val="F0F3F5"/>
            </a:solidFill>
            <a:prstDash val="solid"/>
          </a:ln>
        </p:spPr>
      </p:sp>
      <p:sp>
        <p:nvSpPr>
          <p:cNvPr id="44" name="Shape 42"/>
          <p:cNvSpPr/>
          <p:nvPr/>
        </p:nvSpPr>
        <p:spPr>
          <a:xfrm>
            <a:off x="7476363" y="2267712"/>
            <a:ext cx="276987" cy="274320"/>
          </a:xfrm>
          <a:prstGeom prst="rect">
            <a:avLst/>
          </a:prstGeom>
          <a:solidFill>
            <a:srgbClr val="F0F3F5"/>
          </a:solidFill>
          <a:ln w="5080">
            <a:solidFill>
              <a:srgbClr val="F0F3F5"/>
            </a:solidFill>
            <a:prstDash val="solid"/>
          </a:ln>
        </p:spPr>
      </p:sp>
      <p:sp>
        <p:nvSpPr>
          <p:cNvPr id="45" name="Shape 43"/>
          <p:cNvSpPr/>
          <p:nvPr/>
        </p:nvSpPr>
        <p:spPr>
          <a:xfrm>
            <a:off x="7753350" y="2267712"/>
            <a:ext cx="276987" cy="274320"/>
          </a:xfrm>
          <a:prstGeom prst="rect">
            <a:avLst/>
          </a:prstGeom>
          <a:solidFill>
            <a:srgbClr val="F0F3F5"/>
          </a:solidFill>
          <a:ln w="5080">
            <a:solidFill>
              <a:srgbClr val="F0F3F5"/>
            </a:solidFill>
            <a:prstDash val="solid"/>
          </a:ln>
        </p:spPr>
      </p:sp>
      <p:sp>
        <p:nvSpPr>
          <p:cNvPr id="46" name="Shape 44"/>
          <p:cNvSpPr/>
          <p:nvPr/>
        </p:nvSpPr>
        <p:spPr>
          <a:xfrm>
            <a:off x="8030337" y="2267712"/>
            <a:ext cx="276987" cy="274320"/>
          </a:xfrm>
          <a:prstGeom prst="rect">
            <a:avLst/>
          </a:prstGeom>
          <a:solidFill>
            <a:srgbClr val="F0F3F5"/>
          </a:solidFill>
          <a:ln w="5080">
            <a:solidFill>
              <a:srgbClr val="F0F3F5"/>
            </a:solidFill>
            <a:prstDash val="solid"/>
          </a:ln>
        </p:spPr>
      </p:sp>
      <p:sp>
        <p:nvSpPr>
          <p:cNvPr id="47" name="Shape 45"/>
          <p:cNvSpPr/>
          <p:nvPr/>
        </p:nvSpPr>
        <p:spPr>
          <a:xfrm>
            <a:off x="8861298" y="2267712"/>
            <a:ext cx="276987" cy="274320"/>
          </a:xfrm>
          <a:prstGeom prst="rect">
            <a:avLst/>
          </a:prstGeom>
          <a:solidFill>
            <a:srgbClr val="C52F3C"/>
          </a:solidFill>
          <a:ln w="5080">
            <a:solidFill>
              <a:srgbClr val="FFFFFF"/>
            </a:solidFill>
            <a:prstDash val="solid"/>
          </a:ln>
        </p:spPr>
      </p:sp>
      <p:sp>
        <p:nvSpPr>
          <p:cNvPr id="48" name="Text 46"/>
          <p:cNvSpPr/>
          <p:nvPr/>
        </p:nvSpPr>
        <p:spPr>
          <a:xfrm>
            <a:off x="8861298" y="2295144"/>
            <a:ext cx="276987" cy="219456"/>
          </a:xfrm>
          <a:prstGeom prst="rect">
            <a:avLst/>
          </a:prstGeom>
          <a:noFill/>
          <a:ln/>
        </p:spPr>
        <p:txBody>
          <a:bodyPr wrap="square" lIns="0" tIns="0" rIns="0" bIns="0" rtlCol="0" anchor="ctr">
            <a:normAutofit/>
          </a:bodyPr>
          <a:lstStyle/>
          <a:p>
            <a:pPr algn="ctr" indent="0" marL="0">
              <a:buNone/>
            </a:pPr>
            <a:r>
              <a:rPr lang="fr-FR" altLang="en-US" sz="920" dirty="0">
                <a:solidFill>
                  <a:srgbClr val="FFFFFF"/>
                </a:solidFill>
                <a:latin typeface="Arial" pitchFamily="34" charset="0"/>
                <a:ea typeface="Arial" pitchFamily="34" charset="-122"/>
                <a:cs typeface="Arial" pitchFamily="34" charset="-120"/>
              </a:rPr>
              <a:t>E</a:t>
            </a:r>
            <a:endParaRPr lang="fr-FR" sz="920" dirty="0"/>
          </a:p>
        </p:txBody>
      </p:sp>
      <p:sp>
        <p:nvSpPr>
          <p:cNvPr id="49" name="Shape 47"/>
          <p:cNvSpPr/>
          <p:nvPr/>
        </p:nvSpPr>
        <p:spPr>
          <a:xfrm>
            <a:off x="9138285" y="2267712"/>
            <a:ext cx="276987" cy="274320"/>
          </a:xfrm>
          <a:prstGeom prst="rect">
            <a:avLst/>
          </a:prstGeom>
          <a:solidFill>
            <a:srgbClr val="C52F3C"/>
          </a:solidFill>
          <a:ln w="5080">
            <a:solidFill>
              <a:srgbClr val="FFFFFF"/>
            </a:solidFill>
            <a:prstDash val="solid"/>
          </a:ln>
        </p:spPr>
      </p:sp>
      <p:sp>
        <p:nvSpPr>
          <p:cNvPr id="50" name="Text 48"/>
          <p:cNvSpPr/>
          <p:nvPr/>
        </p:nvSpPr>
        <p:spPr>
          <a:xfrm>
            <a:off x="9138285" y="2295144"/>
            <a:ext cx="276987" cy="219456"/>
          </a:xfrm>
          <a:prstGeom prst="rect">
            <a:avLst/>
          </a:prstGeom>
          <a:noFill/>
          <a:ln/>
        </p:spPr>
        <p:txBody>
          <a:bodyPr wrap="square" lIns="0" tIns="0" rIns="0" bIns="0" rtlCol="0" anchor="ctr">
            <a:normAutofit/>
          </a:bodyPr>
          <a:lstStyle/>
          <a:p>
            <a:pPr algn="ctr" indent="0" marL="0">
              <a:buNone/>
            </a:pPr>
            <a:r>
              <a:rPr lang="fr-FR" altLang="en-US" sz="920" dirty="0">
                <a:solidFill>
                  <a:srgbClr val="FFFFFF"/>
                </a:solidFill>
                <a:latin typeface="Arial" pitchFamily="34" charset="0"/>
                <a:ea typeface="Arial" pitchFamily="34" charset="-122"/>
                <a:cs typeface="Arial" pitchFamily="34" charset="-120"/>
              </a:rPr>
              <a:t>E</a:t>
            </a:r>
            <a:endParaRPr lang="fr-FR" sz="920" dirty="0"/>
          </a:p>
        </p:txBody>
      </p:sp>
      <p:sp>
        <p:nvSpPr>
          <p:cNvPr id="51" name="Shape 49"/>
          <p:cNvSpPr/>
          <p:nvPr/>
        </p:nvSpPr>
        <p:spPr>
          <a:xfrm>
            <a:off x="9415272" y="2267712"/>
            <a:ext cx="276987" cy="274320"/>
          </a:xfrm>
          <a:prstGeom prst="rect">
            <a:avLst/>
          </a:prstGeom>
          <a:solidFill>
            <a:srgbClr val="F0F3F5"/>
          </a:solidFill>
          <a:ln w="5080">
            <a:solidFill>
              <a:srgbClr val="F0F3F5"/>
            </a:solidFill>
            <a:prstDash val="solid"/>
          </a:ln>
        </p:spPr>
      </p:sp>
      <p:sp>
        <p:nvSpPr>
          <p:cNvPr id="52" name="Shape 50"/>
          <p:cNvSpPr/>
          <p:nvPr/>
        </p:nvSpPr>
        <p:spPr>
          <a:xfrm>
            <a:off x="9692259" y="2267712"/>
            <a:ext cx="276987" cy="274320"/>
          </a:xfrm>
          <a:prstGeom prst="rect">
            <a:avLst/>
          </a:prstGeom>
          <a:solidFill>
            <a:srgbClr val="F0F3F5"/>
          </a:solidFill>
          <a:ln w="5080">
            <a:solidFill>
              <a:srgbClr val="F0F3F5"/>
            </a:solidFill>
            <a:prstDash val="solid"/>
          </a:ln>
        </p:spPr>
      </p:sp>
      <p:sp>
        <p:nvSpPr>
          <p:cNvPr id="53" name="Shape 51"/>
          <p:cNvSpPr/>
          <p:nvPr/>
        </p:nvSpPr>
        <p:spPr>
          <a:xfrm>
            <a:off x="9969246" y="2267712"/>
            <a:ext cx="276987" cy="274320"/>
          </a:xfrm>
          <a:prstGeom prst="rect">
            <a:avLst/>
          </a:prstGeom>
          <a:solidFill>
            <a:srgbClr val="F0F3F5"/>
          </a:solidFill>
          <a:ln w="5080">
            <a:solidFill>
              <a:srgbClr val="F0F3F5"/>
            </a:solidFill>
            <a:prstDash val="solid"/>
          </a:ln>
        </p:spPr>
      </p:sp>
      <p:sp>
        <p:nvSpPr>
          <p:cNvPr id="54" name="Shape 52"/>
          <p:cNvSpPr/>
          <p:nvPr/>
        </p:nvSpPr>
        <p:spPr>
          <a:xfrm>
            <a:off x="10246233" y="2267712"/>
            <a:ext cx="276987" cy="274320"/>
          </a:xfrm>
          <a:prstGeom prst="rect">
            <a:avLst/>
          </a:prstGeom>
          <a:solidFill>
            <a:srgbClr val="F0F3F5"/>
          </a:solidFill>
          <a:ln w="5080">
            <a:solidFill>
              <a:srgbClr val="F0F3F5"/>
            </a:solidFill>
            <a:prstDash val="solid"/>
          </a:ln>
        </p:spPr>
      </p:sp>
      <p:sp>
        <p:nvSpPr>
          <p:cNvPr id="55" name="Shape 53"/>
          <p:cNvSpPr/>
          <p:nvPr/>
        </p:nvSpPr>
        <p:spPr>
          <a:xfrm>
            <a:off x="548640" y="2542032"/>
            <a:ext cx="11082528" cy="274320"/>
          </a:xfrm>
          <a:prstGeom prst="rect">
            <a:avLst/>
          </a:prstGeom>
          <a:solidFill>
            <a:srgbClr val="F0F3F5"/>
          </a:solidFill>
          <a:ln w="5080">
            <a:solidFill>
              <a:srgbClr val="DCE2E6"/>
            </a:solidFill>
            <a:prstDash val="solid"/>
          </a:ln>
        </p:spPr>
      </p:sp>
      <p:sp>
        <p:nvSpPr>
          <p:cNvPr id="56" name="Text 54"/>
          <p:cNvSpPr/>
          <p:nvPr/>
        </p:nvSpPr>
        <p:spPr>
          <a:xfrm>
            <a:off x="630936" y="2564892"/>
            <a:ext cx="3355848" cy="228600"/>
          </a:xfrm>
          <a:prstGeom prst="rect">
            <a:avLst/>
          </a:prstGeom>
          <a:noFill/>
          <a:ln/>
        </p:spPr>
        <p:txBody>
          <a:bodyPr wrap="square" lIns="0" tIns="0" rIns="0" bIns="0" rtlCol="0" anchor="ctr">
            <a:normAutofit/>
          </a:bodyPr>
          <a:lstStyle/>
          <a:p>
            <a:pPr algn="l" indent="0" marL="0">
              <a:buNone/>
            </a:pPr>
            <a:r>
              <a:rPr lang="fr-FR" altLang="en-US" sz="1240" dirty="0">
                <a:solidFill>
                  <a:srgbClr val="203847"/>
                </a:solidFill>
                <a:latin typeface="Arial" pitchFamily="34" charset="0"/>
                <a:ea typeface="Arial" pitchFamily="34" charset="-122"/>
                <a:cs typeface="Arial" pitchFamily="34" charset="-120"/>
              </a:rPr>
              <a:t>14  Tests système et sécurité</a:t>
            </a:r>
            <a:endParaRPr lang="fr-FR" sz="1240" dirty="0"/>
          </a:p>
        </p:txBody>
      </p:sp>
      <p:sp>
        <p:nvSpPr>
          <p:cNvPr id="57" name="Text 55"/>
          <p:cNvSpPr/>
          <p:nvPr/>
        </p:nvSpPr>
        <p:spPr>
          <a:xfrm>
            <a:off x="4050792" y="2564892"/>
            <a:ext cx="905256" cy="228600"/>
          </a:xfrm>
          <a:prstGeom prst="rect">
            <a:avLst/>
          </a:prstGeom>
          <a:noFill/>
          <a:ln/>
        </p:spPr>
        <p:txBody>
          <a:bodyPr wrap="square" lIns="0" tIns="0" rIns="0" bIns="0" rtlCol="0" anchor="ctr">
            <a:normAutofit/>
          </a:bodyPr>
          <a:lstStyle/>
          <a:p>
            <a:pPr algn="ctr" indent="0" marL="0">
              <a:buNone/>
            </a:pPr>
            <a:r>
              <a:rPr lang="fr-FR" altLang="en-US" sz="1050" dirty="0">
                <a:solidFill>
                  <a:srgbClr val="203847"/>
                </a:solidFill>
                <a:latin typeface="Arial" pitchFamily="34" charset="0"/>
                <a:ea typeface="Arial" pitchFamily="34" charset="-122"/>
                <a:cs typeface="Arial" pitchFamily="34" charset="-120"/>
              </a:rPr>
              <a:t>QA / RT</a:t>
            </a:r>
            <a:endParaRPr lang="fr-FR" sz="1050" dirty="0"/>
          </a:p>
        </p:txBody>
      </p:sp>
      <p:sp>
        <p:nvSpPr>
          <p:cNvPr id="58" name="Shape 56"/>
          <p:cNvSpPr/>
          <p:nvPr/>
        </p:nvSpPr>
        <p:spPr>
          <a:xfrm>
            <a:off x="4983480" y="2542032"/>
            <a:ext cx="276987" cy="274320"/>
          </a:xfrm>
          <a:prstGeom prst="rect">
            <a:avLst/>
          </a:prstGeom>
          <a:solidFill>
            <a:srgbClr val="F0F3F5"/>
          </a:solidFill>
          <a:ln w="5080">
            <a:solidFill>
              <a:srgbClr val="F0F3F5"/>
            </a:solidFill>
            <a:prstDash val="solid"/>
          </a:ln>
        </p:spPr>
      </p:sp>
      <p:sp>
        <p:nvSpPr>
          <p:cNvPr id="59" name="Shape 57"/>
          <p:cNvSpPr/>
          <p:nvPr/>
        </p:nvSpPr>
        <p:spPr>
          <a:xfrm>
            <a:off x="5260467" y="2542032"/>
            <a:ext cx="276987" cy="274320"/>
          </a:xfrm>
          <a:prstGeom prst="rect">
            <a:avLst/>
          </a:prstGeom>
          <a:solidFill>
            <a:srgbClr val="F0F3F5"/>
          </a:solidFill>
          <a:ln w="5080">
            <a:solidFill>
              <a:srgbClr val="F0F3F5"/>
            </a:solidFill>
            <a:prstDash val="solid"/>
          </a:ln>
        </p:spPr>
      </p:sp>
      <p:sp>
        <p:nvSpPr>
          <p:cNvPr id="60" name="Shape 58"/>
          <p:cNvSpPr/>
          <p:nvPr/>
        </p:nvSpPr>
        <p:spPr>
          <a:xfrm>
            <a:off x="5537454" y="2542032"/>
            <a:ext cx="276987" cy="274320"/>
          </a:xfrm>
          <a:prstGeom prst="rect">
            <a:avLst/>
          </a:prstGeom>
          <a:solidFill>
            <a:srgbClr val="F0F3F5"/>
          </a:solidFill>
          <a:ln w="5080">
            <a:solidFill>
              <a:srgbClr val="F0F3F5"/>
            </a:solidFill>
            <a:prstDash val="solid"/>
          </a:ln>
        </p:spPr>
      </p:sp>
      <p:sp>
        <p:nvSpPr>
          <p:cNvPr id="61" name="Shape 59"/>
          <p:cNvSpPr/>
          <p:nvPr/>
        </p:nvSpPr>
        <p:spPr>
          <a:xfrm>
            <a:off x="5814441" y="2542032"/>
            <a:ext cx="276987" cy="274320"/>
          </a:xfrm>
          <a:prstGeom prst="rect">
            <a:avLst/>
          </a:prstGeom>
          <a:solidFill>
            <a:srgbClr val="F0F3F5"/>
          </a:solidFill>
          <a:ln w="5080">
            <a:solidFill>
              <a:srgbClr val="F0F3F5"/>
            </a:solidFill>
            <a:prstDash val="solid"/>
          </a:ln>
        </p:spPr>
      </p:sp>
      <p:sp>
        <p:nvSpPr>
          <p:cNvPr id="62" name="Shape 60"/>
          <p:cNvSpPr/>
          <p:nvPr/>
        </p:nvSpPr>
        <p:spPr>
          <a:xfrm>
            <a:off x="7199376" y="2542032"/>
            <a:ext cx="276987" cy="274320"/>
          </a:xfrm>
          <a:prstGeom prst="rect">
            <a:avLst/>
          </a:prstGeom>
          <a:solidFill>
            <a:srgbClr val="F0F3F5"/>
          </a:solidFill>
          <a:ln w="5080">
            <a:solidFill>
              <a:srgbClr val="F0F3F5"/>
            </a:solidFill>
            <a:prstDash val="solid"/>
          </a:ln>
        </p:spPr>
      </p:sp>
      <p:sp>
        <p:nvSpPr>
          <p:cNvPr id="63" name="Shape 61"/>
          <p:cNvSpPr/>
          <p:nvPr/>
        </p:nvSpPr>
        <p:spPr>
          <a:xfrm>
            <a:off x="7476363" y="2542032"/>
            <a:ext cx="276987" cy="274320"/>
          </a:xfrm>
          <a:prstGeom prst="rect">
            <a:avLst/>
          </a:prstGeom>
          <a:solidFill>
            <a:srgbClr val="F0F3F5"/>
          </a:solidFill>
          <a:ln w="5080">
            <a:solidFill>
              <a:srgbClr val="F0F3F5"/>
            </a:solidFill>
            <a:prstDash val="solid"/>
          </a:ln>
        </p:spPr>
      </p:sp>
      <p:sp>
        <p:nvSpPr>
          <p:cNvPr id="64" name="Shape 62"/>
          <p:cNvSpPr/>
          <p:nvPr/>
        </p:nvSpPr>
        <p:spPr>
          <a:xfrm>
            <a:off x="7753350" y="2542032"/>
            <a:ext cx="276987" cy="274320"/>
          </a:xfrm>
          <a:prstGeom prst="rect">
            <a:avLst/>
          </a:prstGeom>
          <a:solidFill>
            <a:srgbClr val="F0F3F5"/>
          </a:solidFill>
          <a:ln w="5080">
            <a:solidFill>
              <a:srgbClr val="F0F3F5"/>
            </a:solidFill>
            <a:prstDash val="solid"/>
          </a:ln>
        </p:spPr>
      </p:sp>
      <p:sp>
        <p:nvSpPr>
          <p:cNvPr id="65" name="Shape 63"/>
          <p:cNvSpPr/>
          <p:nvPr/>
        </p:nvSpPr>
        <p:spPr>
          <a:xfrm>
            <a:off x="8030337" y="2542032"/>
            <a:ext cx="276987" cy="274320"/>
          </a:xfrm>
          <a:prstGeom prst="rect">
            <a:avLst/>
          </a:prstGeom>
          <a:solidFill>
            <a:srgbClr val="F0F3F5"/>
          </a:solidFill>
          <a:ln w="5080">
            <a:solidFill>
              <a:srgbClr val="F0F3F5"/>
            </a:solidFill>
            <a:prstDash val="solid"/>
          </a:ln>
        </p:spPr>
      </p:sp>
      <p:sp>
        <p:nvSpPr>
          <p:cNvPr id="66" name="Shape 64"/>
          <p:cNvSpPr/>
          <p:nvPr/>
        </p:nvSpPr>
        <p:spPr>
          <a:xfrm>
            <a:off x="9415272" y="2542032"/>
            <a:ext cx="276987" cy="274320"/>
          </a:xfrm>
          <a:prstGeom prst="rect">
            <a:avLst/>
          </a:prstGeom>
          <a:solidFill>
            <a:srgbClr val="C52F3C"/>
          </a:solidFill>
          <a:ln w="5080">
            <a:solidFill>
              <a:srgbClr val="FFFFFF"/>
            </a:solidFill>
            <a:prstDash val="solid"/>
          </a:ln>
        </p:spPr>
      </p:sp>
      <p:sp>
        <p:nvSpPr>
          <p:cNvPr id="67" name="Text 65"/>
          <p:cNvSpPr/>
          <p:nvPr/>
        </p:nvSpPr>
        <p:spPr>
          <a:xfrm>
            <a:off x="9415272" y="2569464"/>
            <a:ext cx="276987" cy="219456"/>
          </a:xfrm>
          <a:prstGeom prst="rect">
            <a:avLst/>
          </a:prstGeom>
          <a:noFill/>
          <a:ln/>
        </p:spPr>
        <p:txBody>
          <a:bodyPr wrap="square" lIns="0" tIns="0" rIns="0" bIns="0" rtlCol="0" anchor="ctr">
            <a:normAutofit/>
          </a:bodyPr>
          <a:lstStyle/>
          <a:p>
            <a:pPr algn="ctr" indent="0" marL="0">
              <a:buNone/>
            </a:pPr>
            <a:r>
              <a:rPr lang="fr-FR" altLang="en-US" sz="920" dirty="0">
                <a:solidFill>
                  <a:srgbClr val="FFFFFF"/>
                </a:solidFill>
                <a:latin typeface="Arial" pitchFamily="34" charset="0"/>
                <a:ea typeface="Arial" pitchFamily="34" charset="-122"/>
                <a:cs typeface="Arial" pitchFamily="34" charset="-120"/>
              </a:rPr>
              <a:t>E</a:t>
            </a:r>
            <a:endParaRPr lang="fr-FR" sz="920" dirty="0"/>
          </a:p>
        </p:txBody>
      </p:sp>
      <p:sp>
        <p:nvSpPr>
          <p:cNvPr id="68" name="Shape 66"/>
          <p:cNvSpPr/>
          <p:nvPr/>
        </p:nvSpPr>
        <p:spPr>
          <a:xfrm>
            <a:off x="9692259" y="2542032"/>
            <a:ext cx="276987" cy="274320"/>
          </a:xfrm>
          <a:prstGeom prst="rect">
            <a:avLst/>
          </a:prstGeom>
          <a:solidFill>
            <a:srgbClr val="C52F3C"/>
          </a:solidFill>
          <a:ln w="5080">
            <a:solidFill>
              <a:srgbClr val="FFFFFF"/>
            </a:solidFill>
            <a:prstDash val="solid"/>
          </a:ln>
        </p:spPr>
      </p:sp>
      <p:sp>
        <p:nvSpPr>
          <p:cNvPr id="69" name="Text 67"/>
          <p:cNvSpPr/>
          <p:nvPr/>
        </p:nvSpPr>
        <p:spPr>
          <a:xfrm>
            <a:off x="9692259" y="2569464"/>
            <a:ext cx="276987" cy="219456"/>
          </a:xfrm>
          <a:prstGeom prst="rect">
            <a:avLst/>
          </a:prstGeom>
          <a:noFill/>
          <a:ln/>
        </p:spPr>
        <p:txBody>
          <a:bodyPr wrap="square" lIns="0" tIns="0" rIns="0" bIns="0" rtlCol="0" anchor="ctr">
            <a:normAutofit/>
          </a:bodyPr>
          <a:lstStyle/>
          <a:p>
            <a:pPr algn="ctr" indent="0" marL="0">
              <a:buNone/>
            </a:pPr>
            <a:r>
              <a:rPr lang="fr-FR" altLang="en-US" sz="920" dirty="0">
                <a:solidFill>
                  <a:srgbClr val="FFFFFF"/>
                </a:solidFill>
                <a:latin typeface="Arial" pitchFamily="34" charset="0"/>
                <a:ea typeface="Arial" pitchFamily="34" charset="-122"/>
                <a:cs typeface="Arial" pitchFamily="34" charset="-120"/>
              </a:rPr>
              <a:t>E</a:t>
            </a:r>
            <a:endParaRPr lang="fr-FR" sz="920" dirty="0"/>
          </a:p>
        </p:txBody>
      </p:sp>
      <p:sp>
        <p:nvSpPr>
          <p:cNvPr id="70" name="Shape 68"/>
          <p:cNvSpPr/>
          <p:nvPr/>
        </p:nvSpPr>
        <p:spPr>
          <a:xfrm>
            <a:off x="9969246" y="2542032"/>
            <a:ext cx="276987" cy="274320"/>
          </a:xfrm>
          <a:prstGeom prst="rect">
            <a:avLst/>
          </a:prstGeom>
          <a:solidFill>
            <a:srgbClr val="F0F3F5"/>
          </a:solidFill>
          <a:ln w="5080">
            <a:solidFill>
              <a:srgbClr val="F0F3F5"/>
            </a:solidFill>
            <a:prstDash val="solid"/>
          </a:ln>
        </p:spPr>
      </p:sp>
      <p:sp>
        <p:nvSpPr>
          <p:cNvPr id="71" name="Shape 69"/>
          <p:cNvSpPr/>
          <p:nvPr/>
        </p:nvSpPr>
        <p:spPr>
          <a:xfrm>
            <a:off x="10246233" y="2542032"/>
            <a:ext cx="276987" cy="274320"/>
          </a:xfrm>
          <a:prstGeom prst="rect">
            <a:avLst/>
          </a:prstGeom>
          <a:solidFill>
            <a:srgbClr val="F0F3F5"/>
          </a:solidFill>
          <a:ln w="5080">
            <a:solidFill>
              <a:srgbClr val="F0F3F5"/>
            </a:solidFill>
            <a:prstDash val="solid"/>
          </a:ln>
        </p:spPr>
      </p:sp>
      <p:sp>
        <p:nvSpPr>
          <p:cNvPr id="72" name="Shape 70"/>
          <p:cNvSpPr/>
          <p:nvPr/>
        </p:nvSpPr>
        <p:spPr>
          <a:xfrm>
            <a:off x="548640" y="2816352"/>
            <a:ext cx="11082528" cy="274320"/>
          </a:xfrm>
          <a:prstGeom prst="rect">
            <a:avLst/>
          </a:prstGeom>
          <a:solidFill>
            <a:srgbClr val="FFFFFF"/>
          </a:solidFill>
          <a:ln w="5080">
            <a:solidFill>
              <a:srgbClr val="DCE2E6"/>
            </a:solidFill>
            <a:prstDash val="solid"/>
          </a:ln>
        </p:spPr>
      </p:sp>
      <p:sp>
        <p:nvSpPr>
          <p:cNvPr id="73" name="Text 71"/>
          <p:cNvSpPr/>
          <p:nvPr/>
        </p:nvSpPr>
        <p:spPr>
          <a:xfrm>
            <a:off x="630936" y="2839212"/>
            <a:ext cx="3355848" cy="228600"/>
          </a:xfrm>
          <a:prstGeom prst="rect">
            <a:avLst/>
          </a:prstGeom>
          <a:noFill/>
          <a:ln/>
        </p:spPr>
        <p:txBody>
          <a:bodyPr wrap="square" lIns="0" tIns="0" rIns="0" bIns="0" rtlCol="0" anchor="ctr">
            <a:normAutofit/>
          </a:bodyPr>
          <a:lstStyle/>
          <a:p>
            <a:pPr algn="l" indent="0" marL="0">
              <a:buNone/>
            </a:pPr>
            <a:r>
              <a:rPr lang="fr-FR" altLang="en-US" sz="1240" dirty="0">
                <a:solidFill>
                  <a:srgbClr val="203847"/>
                </a:solidFill>
                <a:latin typeface="Arial" pitchFamily="34" charset="0"/>
                <a:ea typeface="Arial" pitchFamily="34" charset="-122"/>
                <a:cs typeface="Arial" pitchFamily="34" charset="-120"/>
              </a:rPr>
              <a:t>15  Corrections et non-régression</a:t>
            </a:r>
            <a:endParaRPr lang="fr-FR" sz="1240" dirty="0"/>
          </a:p>
        </p:txBody>
      </p:sp>
      <p:sp>
        <p:nvSpPr>
          <p:cNvPr id="74" name="Text 72"/>
          <p:cNvSpPr/>
          <p:nvPr/>
        </p:nvSpPr>
        <p:spPr>
          <a:xfrm>
            <a:off x="4050792" y="2839212"/>
            <a:ext cx="905256" cy="228600"/>
          </a:xfrm>
          <a:prstGeom prst="rect">
            <a:avLst/>
          </a:prstGeom>
          <a:noFill/>
          <a:ln/>
        </p:spPr>
        <p:txBody>
          <a:bodyPr wrap="square" lIns="0" tIns="0" rIns="0" bIns="0" rtlCol="0" anchor="ctr">
            <a:normAutofit/>
          </a:bodyPr>
          <a:lstStyle/>
          <a:p>
            <a:pPr algn="ctr" indent="0" marL="0">
              <a:buNone/>
            </a:pPr>
            <a:r>
              <a:rPr lang="fr-FR" altLang="en-US" sz="1050" dirty="0">
                <a:solidFill>
                  <a:srgbClr val="203847"/>
                </a:solidFill>
                <a:latin typeface="Arial" pitchFamily="34" charset="0"/>
                <a:ea typeface="Arial" pitchFamily="34" charset="-122"/>
                <a:cs typeface="Arial" pitchFamily="34" charset="-120"/>
              </a:rPr>
              <a:t>DEV / QA</a:t>
            </a:r>
            <a:endParaRPr lang="fr-FR" sz="1050" dirty="0"/>
          </a:p>
        </p:txBody>
      </p:sp>
      <p:sp>
        <p:nvSpPr>
          <p:cNvPr id="75" name="Shape 73"/>
          <p:cNvSpPr/>
          <p:nvPr/>
        </p:nvSpPr>
        <p:spPr>
          <a:xfrm>
            <a:off x="4983480" y="2816352"/>
            <a:ext cx="276987" cy="274320"/>
          </a:xfrm>
          <a:prstGeom prst="rect">
            <a:avLst/>
          </a:prstGeom>
          <a:solidFill>
            <a:srgbClr val="F0F3F5"/>
          </a:solidFill>
          <a:ln w="5080">
            <a:solidFill>
              <a:srgbClr val="F0F3F5"/>
            </a:solidFill>
            <a:prstDash val="solid"/>
          </a:ln>
        </p:spPr>
      </p:sp>
      <p:sp>
        <p:nvSpPr>
          <p:cNvPr id="76" name="Shape 74"/>
          <p:cNvSpPr/>
          <p:nvPr/>
        </p:nvSpPr>
        <p:spPr>
          <a:xfrm>
            <a:off x="5260467" y="2816352"/>
            <a:ext cx="276987" cy="274320"/>
          </a:xfrm>
          <a:prstGeom prst="rect">
            <a:avLst/>
          </a:prstGeom>
          <a:solidFill>
            <a:srgbClr val="F0F3F5"/>
          </a:solidFill>
          <a:ln w="5080">
            <a:solidFill>
              <a:srgbClr val="F0F3F5"/>
            </a:solidFill>
            <a:prstDash val="solid"/>
          </a:ln>
        </p:spPr>
      </p:sp>
      <p:sp>
        <p:nvSpPr>
          <p:cNvPr id="77" name="Shape 75"/>
          <p:cNvSpPr/>
          <p:nvPr/>
        </p:nvSpPr>
        <p:spPr>
          <a:xfrm>
            <a:off x="5537454" y="2816352"/>
            <a:ext cx="276987" cy="274320"/>
          </a:xfrm>
          <a:prstGeom prst="rect">
            <a:avLst/>
          </a:prstGeom>
          <a:solidFill>
            <a:srgbClr val="F0F3F5"/>
          </a:solidFill>
          <a:ln w="5080">
            <a:solidFill>
              <a:srgbClr val="F0F3F5"/>
            </a:solidFill>
            <a:prstDash val="solid"/>
          </a:ln>
        </p:spPr>
      </p:sp>
      <p:sp>
        <p:nvSpPr>
          <p:cNvPr id="78" name="Shape 76"/>
          <p:cNvSpPr/>
          <p:nvPr/>
        </p:nvSpPr>
        <p:spPr>
          <a:xfrm>
            <a:off x="5814441" y="2816352"/>
            <a:ext cx="276987" cy="274320"/>
          </a:xfrm>
          <a:prstGeom prst="rect">
            <a:avLst/>
          </a:prstGeom>
          <a:solidFill>
            <a:srgbClr val="F0F3F5"/>
          </a:solidFill>
          <a:ln w="5080">
            <a:solidFill>
              <a:srgbClr val="F0F3F5"/>
            </a:solidFill>
            <a:prstDash val="solid"/>
          </a:ln>
        </p:spPr>
      </p:sp>
      <p:sp>
        <p:nvSpPr>
          <p:cNvPr id="79" name="Shape 77"/>
          <p:cNvSpPr/>
          <p:nvPr/>
        </p:nvSpPr>
        <p:spPr>
          <a:xfrm>
            <a:off x="7199376" y="2816352"/>
            <a:ext cx="276987" cy="274320"/>
          </a:xfrm>
          <a:prstGeom prst="rect">
            <a:avLst/>
          </a:prstGeom>
          <a:solidFill>
            <a:srgbClr val="F0F3F5"/>
          </a:solidFill>
          <a:ln w="5080">
            <a:solidFill>
              <a:srgbClr val="F0F3F5"/>
            </a:solidFill>
            <a:prstDash val="solid"/>
          </a:ln>
        </p:spPr>
      </p:sp>
      <p:sp>
        <p:nvSpPr>
          <p:cNvPr id="80" name="Shape 78"/>
          <p:cNvSpPr/>
          <p:nvPr/>
        </p:nvSpPr>
        <p:spPr>
          <a:xfrm>
            <a:off x="7476363" y="2816352"/>
            <a:ext cx="276987" cy="274320"/>
          </a:xfrm>
          <a:prstGeom prst="rect">
            <a:avLst/>
          </a:prstGeom>
          <a:solidFill>
            <a:srgbClr val="F0F3F5"/>
          </a:solidFill>
          <a:ln w="5080">
            <a:solidFill>
              <a:srgbClr val="F0F3F5"/>
            </a:solidFill>
            <a:prstDash val="solid"/>
          </a:ln>
        </p:spPr>
      </p:sp>
      <p:sp>
        <p:nvSpPr>
          <p:cNvPr id="81" name="Shape 79"/>
          <p:cNvSpPr/>
          <p:nvPr/>
        </p:nvSpPr>
        <p:spPr>
          <a:xfrm>
            <a:off x="7753350" y="2816352"/>
            <a:ext cx="276987" cy="274320"/>
          </a:xfrm>
          <a:prstGeom prst="rect">
            <a:avLst/>
          </a:prstGeom>
          <a:solidFill>
            <a:srgbClr val="F0F3F5"/>
          </a:solidFill>
          <a:ln w="5080">
            <a:solidFill>
              <a:srgbClr val="F0F3F5"/>
            </a:solidFill>
            <a:prstDash val="solid"/>
          </a:ln>
        </p:spPr>
      </p:sp>
      <p:sp>
        <p:nvSpPr>
          <p:cNvPr id="82" name="Shape 80"/>
          <p:cNvSpPr/>
          <p:nvPr/>
        </p:nvSpPr>
        <p:spPr>
          <a:xfrm>
            <a:off x="8030337" y="2816352"/>
            <a:ext cx="276987" cy="274320"/>
          </a:xfrm>
          <a:prstGeom prst="rect">
            <a:avLst/>
          </a:prstGeom>
          <a:solidFill>
            <a:srgbClr val="F0F3F5"/>
          </a:solidFill>
          <a:ln w="5080">
            <a:solidFill>
              <a:srgbClr val="F0F3F5"/>
            </a:solidFill>
            <a:prstDash val="solid"/>
          </a:ln>
        </p:spPr>
      </p:sp>
      <p:sp>
        <p:nvSpPr>
          <p:cNvPr id="83" name="Shape 81"/>
          <p:cNvSpPr/>
          <p:nvPr/>
        </p:nvSpPr>
        <p:spPr>
          <a:xfrm>
            <a:off x="9415272" y="2816352"/>
            <a:ext cx="276987" cy="274320"/>
          </a:xfrm>
          <a:prstGeom prst="rect">
            <a:avLst/>
          </a:prstGeom>
          <a:solidFill>
            <a:srgbClr val="F0F3F5"/>
          </a:solidFill>
          <a:ln w="5080">
            <a:solidFill>
              <a:srgbClr val="F0F3F5"/>
            </a:solidFill>
            <a:prstDash val="solid"/>
          </a:ln>
        </p:spPr>
      </p:sp>
      <p:sp>
        <p:nvSpPr>
          <p:cNvPr id="84" name="Shape 82"/>
          <p:cNvSpPr/>
          <p:nvPr/>
        </p:nvSpPr>
        <p:spPr>
          <a:xfrm>
            <a:off x="9692259" y="2816352"/>
            <a:ext cx="276987" cy="274320"/>
          </a:xfrm>
          <a:prstGeom prst="rect">
            <a:avLst/>
          </a:prstGeom>
          <a:solidFill>
            <a:srgbClr val="F0F3F5"/>
          </a:solidFill>
          <a:ln w="5080">
            <a:solidFill>
              <a:srgbClr val="F0F3F5"/>
            </a:solidFill>
            <a:prstDash val="solid"/>
          </a:ln>
        </p:spPr>
      </p:sp>
      <p:sp>
        <p:nvSpPr>
          <p:cNvPr id="85" name="Shape 83"/>
          <p:cNvSpPr/>
          <p:nvPr/>
        </p:nvSpPr>
        <p:spPr>
          <a:xfrm>
            <a:off x="9969246" y="2816352"/>
            <a:ext cx="276987" cy="274320"/>
          </a:xfrm>
          <a:prstGeom prst="rect">
            <a:avLst/>
          </a:prstGeom>
          <a:solidFill>
            <a:srgbClr val="C52F3C"/>
          </a:solidFill>
          <a:ln w="5080">
            <a:solidFill>
              <a:srgbClr val="FFFFFF"/>
            </a:solidFill>
            <a:prstDash val="solid"/>
          </a:ln>
        </p:spPr>
      </p:sp>
      <p:sp>
        <p:nvSpPr>
          <p:cNvPr id="86" name="Text 84"/>
          <p:cNvSpPr/>
          <p:nvPr/>
        </p:nvSpPr>
        <p:spPr>
          <a:xfrm>
            <a:off x="9969246" y="2843784"/>
            <a:ext cx="276987" cy="219456"/>
          </a:xfrm>
          <a:prstGeom prst="rect">
            <a:avLst/>
          </a:prstGeom>
          <a:noFill/>
          <a:ln/>
        </p:spPr>
        <p:txBody>
          <a:bodyPr wrap="square" lIns="0" tIns="0" rIns="0" bIns="0" rtlCol="0" anchor="ctr">
            <a:normAutofit/>
          </a:bodyPr>
          <a:lstStyle/>
          <a:p>
            <a:pPr algn="ctr" indent="0" marL="0">
              <a:buNone/>
            </a:pPr>
            <a:r>
              <a:rPr lang="fr-FR" altLang="en-US" sz="920" dirty="0">
                <a:solidFill>
                  <a:srgbClr val="FFFFFF"/>
                </a:solidFill>
                <a:latin typeface="Arial" pitchFamily="34" charset="0"/>
                <a:ea typeface="Arial" pitchFamily="34" charset="-122"/>
                <a:cs typeface="Arial" pitchFamily="34" charset="-120"/>
              </a:rPr>
              <a:t>E</a:t>
            </a:r>
            <a:endParaRPr lang="fr-FR" sz="920" dirty="0"/>
          </a:p>
        </p:txBody>
      </p:sp>
      <p:sp>
        <p:nvSpPr>
          <p:cNvPr id="87" name="Shape 85"/>
          <p:cNvSpPr/>
          <p:nvPr/>
        </p:nvSpPr>
        <p:spPr>
          <a:xfrm>
            <a:off x="10246233" y="2816352"/>
            <a:ext cx="276987" cy="274320"/>
          </a:xfrm>
          <a:prstGeom prst="rect">
            <a:avLst/>
          </a:prstGeom>
          <a:solidFill>
            <a:srgbClr val="C52F3C"/>
          </a:solidFill>
          <a:ln w="5080">
            <a:solidFill>
              <a:srgbClr val="FFFFFF"/>
            </a:solidFill>
            <a:prstDash val="solid"/>
          </a:ln>
        </p:spPr>
      </p:sp>
      <p:sp>
        <p:nvSpPr>
          <p:cNvPr id="88" name="Text 86"/>
          <p:cNvSpPr/>
          <p:nvPr/>
        </p:nvSpPr>
        <p:spPr>
          <a:xfrm>
            <a:off x="10246233" y="2843784"/>
            <a:ext cx="276987" cy="219456"/>
          </a:xfrm>
          <a:prstGeom prst="rect">
            <a:avLst/>
          </a:prstGeom>
          <a:noFill/>
          <a:ln/>
        </p:spPr>
        <p:txBody>
          <a:bodyPr wrap="square" lIns="0" tIns="0" rIns="0" bIns="0" rtlCol="0" anchor="ctr">
            <a:normAutofit/>
          </a:bodyPr>
          <a:lstStyle/>
          <a:p>
            <a:pPr algn="ctr" indent="0" marL="0">
              <a:buNone/>
            </a:pPr>
            <a:r>
              <a:rPr lang="fr-FR" altLang="en-US" sz="920" dirty="0">
                <a:solidFill>
                  <a:srgbClr val="FFFFFF"/>
                </a:solidFill>
                <a:latin typeface="Arial" pitchFamily="34" charset="0"/>
                <a:ea typeface="Arial" pitchFamily="34" charset="-122"/>
                <a:cs typeface="Arial" pitchFamily="34" charset="-120"/>
              </a:rPr>
              <a:t>E</a:t>
            </a:r>
            <a:endParaRPr lang="fr-FR" sz="920" dirty="0"/>
          </a:p>
        </p:txBody>
      </p:sp>
      <p:sp>
        <p:nvSpPr>
          <p:cNvPr id="89" name="Shape 87"/>
          <p:cNvSpPr/>
          <p:nvPr/>
        </p:nvSpPr>
        <p:spPr>
          <a:xfrm>
            <a:off x="548640" y="3090672"/>
            <a:ext cx="11082528" cy="274320"/>
          </a:xfrm>
          <a:prstGeom prst="rect">
            <a:avLst/>
          </a:prstGeom>
          <a:solidFill>
            <a:srgbClr val="F0F3F5"/>
          </a:solidFill>
          <a:ln w="5080">
            <a:solidFill>
              <a:srgbClr val="DCE2E6"/>
            </a:solidFill>
            <a:prstDash val="solid"/>
          </a:ln>
        </p:spPr>
      </p:sp>
      <p:sp>
        <p:nvSpPr>
          <p:cNvPr id="90" name="Text 88"/>
          <p:cNvSpPr/>
          <p:nvPr/>
        </p:nvSpPr>
        <p:spPr>
          <a:xfrm>
            <a:off x="630936" y="3113532"/>
            <a:ext cx="3355848" cy="228600"/>
          </a:xfrm>
          <a:prstGeom prst="rect">
            <a:avLst/>
          </a:prstGeom>
          <a:noFill/>
          <a:ln/>
        </p:spPr>
        <p:txBody>
          <a:bodyPr wrap="square" lIns="0" tIns="0" rIns="0" bIns="0" rtlCol="0" anchor="ctr">
            <a:normAutofit/>
          </a:bodyPr>
          <a:lstStyle/>
          <a:p>
            <a:pPr algn="l" indent="0" marL="0">
              <a:buNone/>
            </a:pPr>
            <a:r>
              <a:rPr lang="fr-FR" altLang="en-US" sz="1240" dirty="0">
                <a:solidFill>
                  <a:srgbClr val="203847"/>
                </a:solidFill>
                <a:latin typeface="Arial" pitchFamily="34" charset="0"/>
                <a:ea typeface="Arial" pitchFamily="34" charset="-122"/>
                <a:cs typeface="Arial" pitchFamily="34" charset="-120"/>
              </a:rPr>
              <a:t>16  Recette et revue RGPD</a:t>
            </a:r>
            <a:endParaRPr lang="fr-FR" sz="1240" dirty="0"/>
          </a:p>
        </p:txBody>
      </p:sp>
      <p:sp>
        <p:nvSpPr>
          <p:cNvPr id="91" name="Text 89"/>
          <p:cNvSpPr/>
          <p:nvPr/>
        </p:nvSpPr>
        <p:spPr>
          <a:xfrm>
            <a:off x="4050792" y="3113532"/>
            <a:ext cx="905256" cy="228600"/>
          </a:xfrm>
          <a:prstGeom prst="rect">
            <a:avLst/>
          </a:prstGeom>
          <a:noFill/>
          <a:ln/>
        </p:spPr>
        <p:txBody>
          <a:bodyPr wrap="square" lIns="0" tIns="0" rIns="0" bIns="0" rtlCol="0" anchor="ctr">
            <a:normAutofit/>
          </a:bodyPr>
          <a:lstStyle/>
          <a:p>
            <a:pPr algn="ctr" indent="0" marL="0">
              <a:buNone/>
            </a:pPr>
            <a:r>
              <a:rPr lang="fr-FR" altLang="en-US" sz="1050" dirty="0">
                <a:solidFill>
                  <a:srgbClr val="203847"/>
                </a:solidFill>
                <a:latin typeface="Arial" pitchFamily="34" charset="0"/>
                <a:ea typeface="Arial" pitchFamily="34" charset="-122"/>
                <a:cs typeface="Arial" pitchFamily="34" charset="-120"/>
              </a:rPr>
              <a:t>CLI / QA</a:t>
            </a:r>
            <a:endParaRPr lang="fr-FR" sz="1050" dirty="0"/>
          </a:p>
        </p:txBody>
      </p:sp>
      <p:sp>
        <p:nvSpPr>
          <p:cNvPr id="92" name="Shape 90"/>
          <p:cNvSpPr/>
          <p:nvPr/>
        </p:nvSpPr>
        <p:spPr>
          <a:xfrm>
            <a:off x="4983480" y="3090672"/>
            <a:ext cx="276987" cy="274320"/>
          </a:xfrm>
          <a:prstGeom prst="rect">
            <a:avLst/>
          </a:prstGeom>
          <a:solidFill>
            <a:srgbClr val="F0F3F5"/>
          </a:solidFill>
          <a:ln w="5080">
            <a:solidFill>
              <a:srgbClr val="F0F3F5"/>
            </a:solidFill>
            <a:prstDash val="solid"/>
          </a:ln>
        </p:spPr>
      </p:sp>
      <p:sp>
        <p:nvSpPr>
          <p:cNvPr id="93" name="Shape 91"/>
          <p:cNvSpPr/>
          <p:nvPr/>
        </p:nvSpPr>
        <p:spPr>
          <a:xfrm>
            <a:off x="5260467" y="3090672"/>
            <a:ext cx="276987" cy="274320"/>
          </a:xfrm>
          <a:prstGeom prst="rect">
            <a:avLst/>
          </a:prstGeom>
          <a:solidFill>
            <a:srgbClr val="F0F3F5"/>
          </a:solidFill>
          <a:ln w="5080">
            <a:solidFill>
              <a:srgbClr val="F0F3F5"/>
            </a:solidFill>
            <a:prstDash val="solid"/>
          </a:ln>
        </p:spPr>
      </p:sp>
      <p:sp>
        <p:nvSpPr>
          <p:cNvPr id="94" name="Shape 92"/>
          <p:cNvSpPr/>
          <p:nvPr/>
        </p:nvSpPr>
        <p:spPr>
          <a:xfrm>
            <a:off x="5537454" y="3090672"/>
            <a:ext cx="276987" cy="274320"/>
          </a:xfrm>
          <a:prstGeom prst="rect">
            <a:avLst/>
          </a:prstGeom>
          <a:solidFill>
            <a:srgbClr val="F0F3F5"/>
          </a:solidFill>
          <a:ln w="5080">
            <a:solidFill>
              <a:srgbClr val="F0F3F5"/>
            </a:solidFill>
            <a:prstDash val="solid"/>
          </a:ln>
        </p:spPr>
      </p:sp>
      <p:sp>
        <p:nvSpPr>
          <p:cNvPr id="95" name="Shape 93"/>
          <p:cNvSpPr/>
          <p:nvPr/>
        </p:nvSpPr>
        <p:spPr>
          <a:xfrm>
            <a:off x="5814441" y="3090672"/>
            <a:ext cx="276987" cy="274320"/>
          </a:xfrm>
          <a:prstGeom prst="rect">
            <a:avLst/>
          </a:prstGeom>
          <a:solidFill>
            <a:srgbClr val="F0F3F5"/>
          </a:solidFill>
          <a:ln w="5080">
            <a:solidFill>
              <a:srgbClr val="F0F3F5"/>
            </a:solidFill>
            <a:prstDash val="solid"/>
          </a:ln>
        </p:spPr>
      </p:sp>
      <p:sp>
        <p:nvSpPr>
          <p:cNvPr id="96" name="Shape 94"/>
          <p:cNvSpPr/>
          <p:nvPr/>
        </p:nvSpPr>
        <p:spPr>
          <a:xfrm>
            <a:off x="7199376" y="3090672"/>
            <a:ext cx="276987" cy="274320"/>
          </a:xfrm>
          <a:prstGeom prst="rect">
            <a:avLst/>
          </a:prstGeom>
          <a:solidFill>
            <a:srgbClr val="F0F3F5"/>
          </a:solidFill>
          <a:ln w="5080">
            <a:solidFill>
              <a:srgbClr val="F0F3F5"/>
            </a:solidFill>
            <a:prstDash val="solid"/>
          </a:ln>
        </p:spPr>
      </p:sp>
      <p:sp>
        <p:nvSpPr>
          <p:cNvPr id="97" name="Shape 95"/>
          <p:cNvSpPr/>
          <p:nvPr/>
        </p:nvSpPr>
        <p:spPr>
          <a:xfrm>
            <a:off x="7476363" y="3090672"/>
            <a:ext cx="276987" cy="274320"/>
          </a:xfrm>
          <a:prstGeom prst="rect">
            <a:avLst/>
          </a:prstGeom>
          <a:solidFill>
            <a:srgbClr val="F0F3F5"/>
          </a:solidFill>
          <a:ln w="5080">
            <a:solidFill>
              <a:srgbClr val="F0F3F5"/>
            </a:solidFill>
            <a:prstDash val="solid"/>
          </a:ln>
        </p:spPr>
      </p:sp>
      <p:sp>
        <p:nvSpPr>
          <p:cNvPr id="98" name="Shape 96"/>
          <p:cNvSpPr/>
          <p:nvPr/>
        </p:nvSpPr>
        <p:spPr>
          <a:xfrm>
            <a:off x="7753350" y="3090672"/>
            <a:ext cx="276987" cy="274320"/>
          </a:xfrm>
          <a:prstGeom prst="rect">
            <a:avLst/>
          </a:prstGeom>
          <a:solidFill>
            <a:srgbClr val="F0F3F5"/>
          </a:solidFill>
          <a:ln w="5080">
            <a:solidFill>
              <a:srgbClr val="F0F3F5"/>
            </a:solidFill>
            <a:prstDash val="solid"/>
          </a:ln>
        </p:spPr>
      </p:sp>
      <p:sp>
        <p:nvSpPr>
          <p:cNvPr id="99" name="Shape 97"/>
          <p:cNvSpPr/>
          <p:nvPr/>
        </p:nvSpPr>
        <p:spPr>
          <a:xfrm>
            <a:off x="8030337" y="3090672"/>
            <a:ext cx="276987" cy="274320"/>
          </a:xfrm>
          <a:prstGeom prst="rect">
            <a:avLst/>
          </a:prstGeom>
          <a:solidFill>
            <a:srgbClr val="F0F3F5"/>
          </a:solidFill>
          <a:ln w="5080">
            <a:solidFill>
              <a:srgbClr val="F0F3F5"/>
            </a:solidFill>
            <a:prstDash val="solid"/>
          </a:ln>
        </p:spPr>
      </p:sp>
      <p:sp>
        <p:nvSpPr>
          <p:cNvPr id="100" name="Shape 98"/>
          <p:cNvSpPr/>
          <p:nvPr/>
        </p:nvSpPr>
        <p:spPr>
          <a:xfrm>
            <a:off x="9415272" y="3090672"/>
            <a:ext cx="276987" cy="274320"/>
          </a:xfrm>
          <a:prstGeom prst="rect">
            <a:avLst/>
          </a:prstGeom>
          <a:solidFill>
            <a:srgbClr val="F0F3F5"/>
          </a:solidFill>
          <a:ln w="5080">
            <a:solidFill>
              <a:srgbClr val="F0F3F5"/>
            </a:solidFill>
            <a:prstDash val="solid"/>
          </a:ln>
        </p:spPr>
      </p:sp>
      <p:sp>
        <p:nvSpPr>
          <p:cNvPr id="101" name="Shape 99"/>
          <p:cNvSpPr/>
          <p:nvPr/>
        </p:nvSpPr>
        <p:spPr>
          <a:xfrm>
            <a:off x="9692259" y="3090672"/>
            <a:ext cx="276987" cy="274320"/>
          </a:xfrm>
          <a:prstGeom prst="rect">
            <a:avLst/>
          </a:prstGeom>
          <a:solidFill>
            <a:srgbClr val="F0F3F5"/>
          </a:solidFill>
          <a:ln w="5080">
            <a:solidFill>
              <a:srgbClr val="F0F3F5"/>
            </a:solidFill>
            <a:prstDash val="solid"/>
          </a:ln>
        </p:spPr>
      </p:sp>
      <p:sp>
        <p:nvSpPr>
          <p:cNvPr id="102" name="Shape 100"/>
          <p:cNvSpPr/>
          <p:nvPr/>
        </p:nvSpPr>
        <p:spPr>
          <a:xfrm>
            <a:off x="9969246" y="3090672"/>
            <a:ext cx="276987" cy="274320"/>
          </a:xfrm>
          <a:prstGeom prst="rect">
            <a:avLst/>
          </a:prstGeom>
          <a:solidFill>
            <a:srgbClr val="F0F3F5"/>
          </a:solidFill>
          <a:ln w="5080">
            <a:solidFill>
              <a:srgbClr val="F0F3F5"/>
            </a:solidFill>
            <a:prstDash val="solid"/>
          </a:ln>
        </p:spPr>
      </p:sp>
      <p:sp>
        <p:nvSpPr>
          <p:cNvPr id="103" name="Shape 101"/>
          <p:cNvSpPr/>
          <p:nvPr/>
        </p:nvSpPr>
        <p:spPr>
          <a:xfrm>
            <a:off x="10246233" y="3090672"/>
            <a:ext cx="276987" cy="274320"/>
          </a:xfrm>
          <a:prstGeom prst="rect">
            <a:avLst/>
          </a:prstGeom>
          <a:solidFill>
            <a:srgbClr val="F0F3F5"/>
          </a:solidFill>
          <a:ln w="5080">
            <a:solidFill>
              <a:srgbClr val="F0F3F5"/>
            </a:solidFill>
            <a:prstDash val="solid"/>
          </a:ln>
        </p:spPr>
      </p:sp>
      <p:sp>
        <p:nvSpPr>
          <p:cNvPr id="104" name="Shape 102"/>
          <p:cNvSpPr/>
          <p:nvPr/>
        </p:nvSpPr>
        <p:spPr>
          <a:xfrm>
            <a:off x="10523220" y="3090672"/>
            <a:ext cx="276987" cy="274320"/>
          </a:xfrm>
          <a:prstGeom prst="rect">
            <a:avLst/>
          </a:prstGeom>
          <a:solidFill>
            <a:srgbClr val="C52F3C"/>
          </a:solidFill>
          <a:ln w="5080">
            <a:solidFill>
              <a:srgbClr val="FFFFFF"/>
            </a:solidFill>
            <a:prstDash val="solid"/>
          </a:ln>
        </p:spPr>
      </p:sp>
      <p:sp>
        <p:nvSpPr>
          <p:cNvPr id="105" name="Text 103"/>
          <p:cNvSpPr/>
          <p:nvPr/>
        </p:nvSpPr>
        <p:spPr>
          <a:xfrm>
            <a:off x="10523220" y="3118104"/>
            <a:ext cx="276987" cy="219456"/>
          </a:xfrm>
          <a:prstGeom prst="rect">
            <a:avLst/>
          </a:prstGeom>
          <a:noFill/>
          <a:ln/>
        </p:spPr>
        <p:txBody>
          <a:bodyPr wrap="square" lIns="0" tIns="0" rIns="0" bIns="0" rtlCol="0" anchor="ctr">
            <a:normAutofit/>
          </a:bodyPr>
          <a:lstStyle/>
          <a:p>
            <a:pPr algn="ctr" indent="0" marL="0">
              <a:buNone/>
            </a:pPr>
            <a:r>
              <a:rPr lang="fr-FR" altLang="en-US" sz="920" dirty="0">
                <a:solidFill>
                  <a:srgbClr val="FFFFFF"/>
                </a:solidFill>
                <a:latin typeface="Arial" pitchFamily="34" charset="0"/>
                <a:ea typeface="Arial" pitchFamily="34" charset="-122"/>
                <a:cs typeface="Arial" pitchFamily="34" charset="-120"/>
              </a:rPr>
              <a:t>E</a:t>
            </a:r>
            <a:endParaRPr lang="fr-FR" sz="920" dirty="0"/>
          </a:p>
        </p:txBody>
      </p:sp>
      <p:sp>
        <p:nvSpPr>
          <p:cNvPr id="106" name="Shape 104"/>
          <p:cNvSpPr/>
          <p:nvPr/>
        </p:nvSpPr>
        <p:spPr>
          <a:xfrm>
            <a:off x="10800207" y="3090672"/>
            <a:ext cx="276987" cy="274320"/>
          </a:xfrm>
          <a:prstGeom prst="rect">
            <a:avLst/>
          </a:prstGeom>
          <a:solidFill>
            <a:srgbClr val="C52F3C"/>
          </a:solidFill>
          <a:ln w="5080">
            <a:solidFill>
              <a:srgbClr val="FFFFFF"/>
            </a:solidFill>
            <a:prstDash val="solid"/>
          </a:ln>
        </p:spPr>
      </p:sp>
      <p:sp>
        <p:nvSpPr>
          <p:cNvPr id="107" name="Text 105"/>
          <p:cNvSpPr/>
          <p:nvPr/>
        </p:nvSpPr>
        <p:spPr>
          <a:xfrm>
            <a:off x="10800207" y="3118104"/>
            <a:ext cx="276987" cy="219456"/>
          </a:xfrm>
          <a:prstGeom prst="rect">
            <a:avLst/>
          </a:prstGeom>
          <a:noFill/>
          <a:ln/>
        </p:spPr>
        <p:txBody>
          <a:bodyPr wrap="square" lIns="0" tIns="0" rIns="0" bIns="0" rtlCol="0" anchor="ctr">
            <a:normAutofit/>
          </a:bodyPr>
          <a:lstStyle/>
          <a:p>
            <a:pPr algn="ctr" indent="0" marL="0">
              <a:buNone/>
            </a:pPr>
            <a:r>
              <a:rPr lang="fr-FR" altLang="en-US" sz="920" dirty="0">
                <a:solidFill>
                  <a:srgbClr val="FFFFFF"/>
                </a:solidFill>
                <a:latin typeface="Arial" pitchFamily="34" charset="0"/>
                <a:ea typeface="Arial" pitchFamily="34" charset="-122"/>
                <a:cs typeface="Arial" pitchFamily="34" charset="-120"/>
              </a:rPr>
              <a:t>E</a:t>
            </a:r>
            <a:endParaRPr lang="fr-FR" sz="920" dirty="0"/>
          </a:p>
        </p:txBody>
      </p:sp>
      <p:sp>
        <p:nvSpPr>
          <p:cNvPr id="108" name="Shape 106"/>
          <p:cNvSpPr/>
          <p:nvPr/>
        </p:nvSpPr>
        <p:spPr>
          <a:xfrm>
            <a:off x="548640" y="3364992"/>
            <a:ext cx="11082528" cy="274320"/>
          </a:xfrm>
          <a:prstGeom prst="rect">
            <a:avLst/>
          </a:prstGeom>
          <a:solidFill>
            <a:srgbClr val="FFFFFF"/>
          </a:solidFill>
          <a:ln w="5080">
            <a:solidFill>
              <a:srgbClr val="DCE2E6"/>
            </a:solidFill>
            <a:prstDash val="solid"/>
          </a:ln>
        </p:spPr>
      </p:sp>
      <p:sp>
        <p:nvSpPr>
          <p:cNvPr id="109" name="Text 107"/>
          <p:cNvSpPr/>
          <p:nvPr/>
        </p:nvSpPr>
        <p:spPr>
          <a:xfrm>
            <a:off x="630936" y="3387852"/>
            <a:ext cx="3355848" cy="228600"/>
          </a:xfrm>
          <a:prstGeom prst="rect">
            <a:avLst/>
          </a:prstGeom>
          <a:noFill/>
          <a:ln/>
        </p:spPr>
        <p:txBody>
          <a:bodyPr wrap="square" lIns="0" tIns="0" rIns="0" bIns="0" rtlCol="0" anchor="ctr">
            <a:normAutofit/>
          </a:bodyPr>
          <a:lstStyle/>
          <a:p>
            <a:pPr algn="l" indent="0" marL="0">
              <a:buNone/>
            </a:pPr>
            <a:r>
              <a:rPr lang="fr-FR" altLang="en-US" sz="1240" dirty="0">
                <a:solidFill>
                  <a:srgbClr val="203847"/>
                </a:solidFill>
                <a:latin typeface="Arial" pitchFamily="34" charset="0"/>
                <a:ea typeface="Arial" pitchFamily="34" charset="-122"/>
                <a:cs typeface="Arial" pitchFamily="34" charset="-120"/>
              </a:rPr>
              <a:t>17  Mise en service et support</a:t>
            </a:r>
            <a:endParaRPr lang="fr-FR" sz="1240" dirty="0"/>
          </a:p>
        </p:txBody>
      </p:sp>
      <p:sp>
        <p:nvSpPr>
          <p:cNvPr id="110" name="Text 108"/>
          <p:cNvSpPr/>
          <p:nvPr/>
        </p:nvSpPr>
        <p:spPr>
          <a:xfrm>
            <a:off x="4050792" y="3387852"/>
            <a:ext cx="905256" cy="228600"/>
          </a:xfrm>
          <a:prstGeom prst="rect">
            <a:avLst/>
          </a:prstGeom>
          <a:noFill/>
          <a:ln/>
        </p:spPr>
        <p:txBody>
          <a:bodyPr wrap="square" lIns="0" tIns="0" rIns="0" bIns="0" rtlCol="0" anchor="ctr">
            <a:normAutofit/>
          </a:bodyPr>
          <a:lstStyle/>
          <a:p>
            <a:pPr algn="ctr" indent="0" marL="0">
              <a:buNone/>
            </a:pPr>
            <a:r>
              <a:rPr lang="fr-FR" altLang="en-US" sz="1050" dirty="0">
                <a:solidFill>
                  <a:srgbClr val="203847"/>
                </a:solidFill>
                <a:latin typeface="Arial" pitchFamily="34" charset="0"/>
                <a:ea typeface="Arial" pitchFamily="34" charset="-122"/>
                <a:cs typeface="Arial" pitchFamily="34" charset="-120"/>
              </a:rPr>
              <a:t>RT / CP</a:t>
            </a:r>
            <a:endParaRPr lang="fr-FR" sz="1050" dirty="0"/>
          </a:p>
        </p:txBody>
      </p:sp>
      <p:sp>
        <p:nvSpPr>
          <p:cNvPr id="111" name="Shape 109"/>
          <p:cNvSpPr/>
          <p:nvPr/>
        </p:nvSpPr>
        <p:spPr>
          <a:xfrm>
            <a:off x="4983480" y="3364992"/>
            <a:ext cx="276987" cy="274320"/>
          </a:xfrm>
          <a:prstGeom prst="rect">
            <a:avLst/>
          </a:prstGeom>
          <a:solidFill>
            <a:srgbClr val="F0F3F5"/>
          </a:solidFill>
          <a:ln w="5080">
            <a:solidFill>
              <a:srgbClr val="F0F3F5"/>
            </a:solidFill>
            <a:prstDash val="solid"/>
          </a:ln>
        </p:spPr>
      </p:sp>
      <p:sp>
        <p:nvSpPr>
          <p:cNvPr id="112" name="Shape 110"/>
          <p:cNvSpPr/>
          <p:nvPr/>
        </p:nvSpPr>
        <p:spPr>
          <a:xfrm>
            <a:off x="5260467" y="3364992"/>
            <a:ext cx="276987" cy="274320"/>
          </a:xfrm>
          <a:prstGeom prst="rect">
            <a:avLst/>
          </a:prstGeom>
          <a:solidFill>
            <a:srgbClr val="F0F3F5"/>
          </a:solidFill>
          <a:ln w="5080">
            <a:solidFill>
              <a:srgbClr val="F0F3F5"/>
            </a:solidFill>
            <a:prstDash val="solid"/>
          </a:ln>
        </p:spPr>
      </p:sp>
      <p:sp>
        <p:nvSpPr>
          <p:cNvPr id="113" name="Shape 111"/>
          <p:cNvSpPr/>
          <p:nvPr/>
        </p:nvSpPr>
        <p:spPr>
          <a:xfrm>
            <a:off x="5537454" y="3364992"/>
            <a:ext cx="276987" cy="274320"/>
          </a:xfrm>
          <a:prstGeom prst="rect">
            <a:avLst/>
          </a:prstGeom>
          <a:solidFill>
            <a:srgbClr val="F0F3F5"/>
          </a:solidFill>
          <a:ln w="5080">
            <a:solidFill>
              <a:srgbClr val="F0F3F5"/>
            </a:solidFill>
            <a:prstDash val="solid"/>
          </a:ln>
        </p:spPr>
      </p:sp>
      <p:sp>
        <p:nvSpPr>
          <p:cNvPr id="114" name="Shape 112"/>
          <p:cNvSpPr/>
          <p:nvPr/>
        </p:nvSpPr>
        <p:spPr>
          <a:xfrm>
            <a:off x="5814441" y="3364992"/>
            <a:ext cx="276987" cy="274320"/>
          </a:xfrm>
          <a:prstGeom prst="rect">
            <a:avLst/>
          </a:prstGeom>
          <a:solidFill>
            <a:srgbClr val="F0F3F5"/>
          </a:solidFill>
          <a:ln w="5080">
            <a:solidFill>
              <a:srgbClr val="F0F3F5"/>
            </a:solidFill>
            <a:prstDash val="solid"/>
          </a:ln>
        </p:spPr>
      </p:sp>
      <p:sp>
        <p:nvSpPr>
          <p:cNvPr id="115" name="Shape 113"/>
          <p:cNvSpPr/>
          <p:nvPr/>
        </p:nvSpPr>
        <p:spPr>
          <a:xfrm>
            <a:off x="7199376" y="3364992"/>
            <a:ext cx="276987" cy="274320"/>
          </a:xfrm>
          <a:prstGeom prst="rect">
            <a:avLst/>
          </a:prstGeom>
          <a:solidFill>
            <a:srgbClr val="F0F3F5"/>
          </a:solidFill>
          <a:ln w="5080">
            <a:solidFill>
              <a:srgbClr val="F0F3F5"/>
            </a:solidFill>
            <a:prstDash val="solid"/>
          </a:ln>
        </p:spPr>
      </p:sp>
      <p:sp>
        <p:nvSpPr>
          <p:cNvPr id="116" name="Shape 114"/>
          <p:cNvSpPr/>
          <p:nvPr/>
        </p:nvSpPr>
        <p:spPr>
          <a:xfrm>
            <a:off x="7476363" y="3364992"/>
            <a:ext cx="276987" cy="274320"/>
          </a:xfrm>
          <a:prstGeom prst="rect">
            <a:avLst/>
          </a:prstGeom>
          <a:solidFill>
            <a:srgbClr val="F0F3F5"/>
          </a:solidFill>
          <a:ln w="5080">
            <a:solidFill>
              <a:srgbClr val="F0F3F5"/>
            </a:solidFill>
            <a:prstDash val="solid"/>
          </a:ln>
        </p:spPr>
      </p:sp>
      <p:sp>
        <p:nvSpPr>
          <p:cNvPr id="117" name="Shape 115"/>
          <p:cNvSpPr/>
          <p:nvPr/>
        </p:nvSpPr>
        <p:spPr>
          <a:xfrm>
            <a:off x="7753350" y="3364992"/>
            <a:ext cx="276987" cy="274320"/>
          </a:xfrm>
          <a:prstGeom prst="rect">
            <a:avLst/>
          </a:prstGeom>
          <a:solidFill>
            <a:srgbClr val="F0F3F5"/>
          </a:solidFill>
          <a:ln w="5080">
            <a:solidFill>
              <a:srgbClr val="F0F3F5"/>
            </a:solidFill>
            <a:prstDash val="solid"/>
          </a:ln>
        </p:spPr>
      </p:sp>
      <p:sp>
        <p:nvSpPr>
          <p:cNvPr id="118" name="Shape 116"/>
          <p:cNvSpPr/>
          <p:nvPr/>
        </p:nvSpPr>
        <p:spPr>
          <a:xfrm>
            <a:off x="8030337" y="3364992"/>
            <a:ext cx="276987" cy="274320"/>
          </a:xfrm>
          <a:prstGeom prst="rect">
            <a:avLst/>
          </a:prstGeom>
          <a:solidFill>
            <a:srgbClr val="F0F3F5"/>
          </a:solidFill>
          <a:ln w="5080">
            <a:solidFill>
              <a:srgbClr val="F0F3F5"/>
            </a:solidFill>
            <a:prstDash val="solid"/>
          </a:ln>
        </p:spPr>
      </p:sp>
      <p:sp>
        <p:nvSpPr>
          <p:cNvPr id="119" name="Shape 117"/>
          <p:cNvSpPr/>
          <p:nvPr/>
        </p:nvSpPr>
        <p:spPr>
          <a:xfrm>
            <a:off x="9415272" y="3364992"/>
            <a:ext cx="276987" cy="274320"/>
          </a:xfrm>
          <a:prstGeom prst="rect">
            <a:avLst/>
          </a:prstGeom>
          <a:solidFill>
            <a:srgbClr val="F0F3F5"/>
          </a:solidFill>
          <a:ln w="5080">
            <a:solidFill>
              <a:srgbClr val="F0F3F5"/>
            </a:solidFill>
            <a:prstDash val="solid"/>
          </a:ln>
        </p:spPr>
      </p:sp>
      <p:sp>
        <p:nvSpPr>
          <p:cNvPr id="120" name="Shape 118"/>
          <p:cNvSpPr/>
          <p:nvPr/>
        </p:nvSpPr>
        <p:spPr>
          <a:xfrm>
            <a:off x="9692259" y="3364992"/>
            <a:ext cx="276987" cy="274320"/>
          </a:xfrm>
          <a:prstGeom prst="rect">
            <a:avLst/>
          </a:prstGeom>
          <a:solidFill>
            <a:srgbClr val="F0F3F5"/>
          </a:solidFill>
          <a:ln w="5080">
            <a:solidFill>
              <a:srgbClr val="F0F3F5"/>
            </a:solidFill>
            <a:prstDash val="solid"/>
          </a:ln>
        </p:spPr>
      </p:sp>
      <p:sp>
        <p:nvSpPr>
          <p:cNvPr id="121" name="Shape 119"/>
          <p:cNvSpPr/>
          <p:nvPr/>
        </p:nvSpPr>
        <p:spPr>
          <a:xfrm>
            <a:off x="9969246" y="3364992"/>
            <a:ext cx="276987" cy="274320"/>
          </a:xfrm>
          <a:prstGeom prst="rect">
            <a:avLst/>
          </a:prstGeom>
          <a:solidFill>
            <a:srgbClr val="F0F3F5"/>
          </a:solidFill>
          <a:ln w="5080">
            <a:solidFill>
              <a:srgbClr val="F0F3F5"/>
            </a:solidFill>
            <a:prstDash val="solid"/>
          </a:ln>
        </p:spPr>
      </p:sp>
      <p:sp>
        <p:nvSpPr>
          <p:cNvPr id="122" name="Shape 120"/>
          <p:cNvSpPr/>
          <p:nvPr/>
        </p:nvSpPr>
        <p:spPr>
          <a:xfrm>
            <a:off x="10246233" y="3364992"/>
            <a:ext cx="276987" cy="274320"/>
          </a:xfrm>
          <a:prstGeom prst="rect">
            <a:avLst/>
          </a:prstGeom>
          <a:solidFill>
            <a:srgbClr val="F0F3F5"/>
          </a:solidFill>
          <a:ln w="5080">
            <a:solidFill>
              <a:srgbClr val="F0F3F5"/>
            </a:solidFill>
            <a:prstDash val="solid"/>
          </a:ln>
        </p:spPr>
      </p:sp>
      <p:sp>
        <p:nvSpPr>
          <p:cNvPr id="123" name="Shape 121"/>
          <p:cNvSpPr/>
          <p:nvPr/>
        </p:nvSpPr>
        <p:spPr>
          <a:xfrm>
            <a:off x="11077194" y="3364992"/>
            <a:ext cx="276987" cy="274320"/>
          </a:xfrm>
          <a:prstGeom prst="rect">
            <a:avLst/>
          </a:prstGeom>
          <a:solidFill>
            <a:srgbClr val="203847"/>
          </a:solidFill>
          <a:ln w="5080">
            <a:solidFill>
              <a:srgbClr val="FFFFFF"/>
            </a:solidFill>
            <a:prstDash val="solid"/>
          </a:ln>
        </p:spPr>
      </p:sp>
      <p:sp>
        <p:nvSpPr>
          <p:cNvPr id="124" name="Text 122"/>
          <p:cNvSpPr/>
          <p:nvPr/>
        </p:nvSpPr>
        <p:spPr>
          <a:xfrm>
            <a:off x="11077194" y="3392424"/>
            <a:ext cx="276987" cy="219456"/>
          </a:xfrm>
          <a:prstGeom prst="rect">
            <a:avLst/>
          </a:prstGeom>
          <a:noFill/>
          <a:ln/>
        </p:spPr>
        <p:txBody>
          <a:bodyPr wrap="square" lIns="0" tIns="0" rIns="0" bIns="0" rtlCol="0" anchor="ctr">
            <a:normAutofit/>
          </a:bodyPr>
          <a:lstStyle/>
          <a:p>
            <a:pPr algn="ctr" indent="0" marL="0">
              <a:buNone/>
            </a:pPr>
            <a:r>
              <a:rPr lang="fr-FR" altLang="en-US" sz="920" dirty="0">
                <a:solidFill>
                  <a:srgbClr val="FFFFFF"/>
                </a:solidFill>
                <a:latin typeface="Arial" pitchFamily="34" charset="0"/>
                <a:ea typeface="Arial" pitchFamily="34" charset="-122"/>
                <a:cs typeface="Arial" pitchFamily="34" charset="-120"/>
              </a:rPr>
              <a:t>X</a:t>
            </a:r>
            <a:endParaRPr lang="fr-FR" sz="920" dirty="0"/>
          </a:p>
        </p:txBody>
      </p:sp>
      <p:sp>
        <p:nvSpPr>
          <p:cNvPr id="125" name="Shape 123"/>
          <p:cNvSpPr/>
          <p:nvPr/>
        </p:nvSpPr>
        <p:spPr>
          <a:xfrm>
            <a:off x="11354181" y="3364992"/>
            <a:ext cx="276987" cy="274320"/>
          </a:xfrm>
          <a:prstGeom prst="rect">
            <a:avLst/>
          </a:prstGeom>
          <a:solidFill>
            <a:srgbClr val="203847"/>
          </a:solidFill>
          <a:ln w="5080">
            <a:solidFill>
              <a:srgbClr val="FFFFFF"/>
            </a:solidFill>
            <a:prstDash val="solid"/>
          </a:ln>
        </p:spPr>
      </p:sp>
      <p:sp>
        <p:nvSpPr>
          <p:cNvPr id="126" name="Text 124"/>
          <p:cNvSpPr/>
          <p:nvPr/>
        </p:nvSpPr>
        <p:spPr>
          <a:xfrm>
            <a:off x="11354181" y="3392424"/>
            <a:ext cx="276987" cy="219456"/>
          </a:xfrm>
          <a:prstGeom prst="rect">
            <a:avLst/>
          </a:prstGeom>
          <a:noFill/>
          <a:ln/>
        </p:spPr>
        <p:txBody>
          <a:bodyPr wrap="square" lIns="0" tIns="0" rIns="0" bIns="0" rtlCol="0" anchor="ctr">
            <a:normAutofit/>
          </a:bodyPr>
          <a:lstStyle/>
          <a:p>
            <a:pPr algn="ctr" indent="0" marL="0">
              <a:buNone/>
            </a:pPr>
            <a:r>
              <a:rPr lang="fr-FR" altLang="en-US" sz="920" dirty="0">
                <a:solidFill>
                  <a:srgbClr val="FFFFFF"/>
                </a:solidFill>
                <a:latin typeface="Arial" pitchFamily="34" charset="0"/>
                <a:ea typeface="Arial" pitchFamily="34" charset="-122"/>
                <a:cs typeface="Arial" pitchFamily="34" charset="-120"/>
              </a:rPr>
              <a:t>X</a:t>
            </a:r>
            <a:endParaRPr lang="fr-FR" sz="920" dirty="0"/>
          </a:p>
        </p:txBody>
      </p:sp>
      <p:sp>
        <p:nvSpPr>
          <p:cNvPr id="127" name="Shape 125"/>
          <p:cNvSpPr/>
          <p:nvPr/>
        </p:nvSpPr>
        <p:spPr>
          <a:xfrm>
            <a:off x="548640" y="3639312"/>
            <a:ext cx="11082528" cy="274320"/>
          </a:xfrm>
          <a:prstGeom prst="rect">
            <a:avLst/>
          </a:prstGeom>
          <a:solidFill>
            <a:srgbClr val="F0F3F5"/>
          </a:solidFill>
          <a:ln w="5080">
            <a:solidFill>
              <a:srgbClr val="DCE2E6"/>
            </a:solidFill>
            <a:prstDash val="solid"/>
          </a:ln>
        </p:spPr>
      </p:sp>
      <p:sp>
        <p:nvSpPr>
          <p:cNvPr id="128" name="Text 126"/>
          <p:cNvSpPr/>
          <p:nvPr/>
        </p:nvSpPr>
        <p:spPr>
          <a:xfrm>
            <a:off x="630936" y="3662172"/>
            <a:ext cx="3355848" cy="228600"/>
          </a:xfrm>
          <a:prstGeom prst="rect">
            <a:avLst/>
          </a:prstGeom>
          <a:noFill/>
          <a:ln/>
        </p:spPr>
        <p:txBody>
          <a:bodyPr wrap="square" lIns="0" tIns="0" rIns="0" bIns="0" rtlCol="0" anchor="ctr">
            <a:normAutofit/>
          </a:bodyPr>
          <a:lstStyle/>
          <a:p>
            <a:pPr algn="l" indent="0" marL="0">
              <a:buNone/>
            </a:pPr>
            <a:r>
              <a:rPr lang="fr-FR" altLang="en-US" sz="1240" dirty="0">
                <a:solidFill>
                  <a:srgbClr val="203847"/>
                </a:solidFill>
                <a:latin typeface="Arial" pitchFamily="34" charset="0"/>
                <a:ea typeface="Arial" pitchFamily="34" charset="-122"/>
                <a:cs typeface="Arial" pitchFamily="34" charset="-120"/>
              </a:rPr>
              <a:t>18  Pilotage et revues RGPD</a:t>
            </a:r>
            <a:endParaRPr lang="fr-FR" sz="1240" dirty="0"/>
          </a:p>
        </p:txBody>
      </p:sp>
      <p:sp>
        <p:nvSpPr>
          <p:cNvPr id="129" name="Text 127"/>
          <p:cNvSpPr/>
          <p:nvPr/>
        </p:nvSpPr>
        <p:spPr>
          <a:xfrm>
            <a:off x="4050792" y="3662172"/>
            <a:ext cx="905256" cy="228600"/>
          </a:xfrm>
          <a:prstGeom prst="rect">
            <a:avLst/>
          </a:prstGeom>
          <a:noFill/>
          <a:ln/>
        </p:spPr>
        <p:txBody>
          <a:bodyPr wrap="square" lIns="0" tIns="0" rIns="0" bIns="0" rtlCol="0" anchor="ctr">
            <a:normAutofit/>
          </a:bodyPr>
          <a:lstStyle/>
          <a:p>
            <a:pPr algn="ctr" indent="0" marL="0">
              <a:buNone/>
            </a:pPr>
            <a:r>
              <a:rPr lang="fr-FR" altLang="en-US" sz="1050" dirty="0">
                <a:solidFill>
                  <a:srgbClr val="203847"/>
                </a:solidFill>
                <a:latin typeface="Arial" pitchFamily="34" charset="0"/>
                <a:ea typeface="Arial" pitchFamily="34" charset="-122"/>
                <a:cs typeface="Arial" pitchFamily="34" charset="-120"/>
              </a:rPr>
              <a:t>CP / DPO</a:t>
            </a:r>
            <a:endParaRPr lang="fr-FR" sz="1050" dirty="0"/>
          </a:p>
        </p:txBody>
      </p:sp>
      <p:sp>
        <p:nvSpPr>
          <p:cNvPr id="130" name="Shape 128"/>
          <p:cNvSpPr/>
          <p:nvPr/>
        </p:nvSpPr>
        <p:spPr>
          <a:xfrm>
            <a:off x="4983480" y="3639312"/>
            <a:ext cx="276987" cy="274320"/>
          </a:xfrm>
          <a:prstGeom prst="rect">
            <a:avLst/>
          </a:prstGeom>
          <a:solidFill>
            <a:srgbClr val="4D7886"/>
          </a:solidFill>
          <a:ln w="5080">
            <a:solidFill>
              <a:srgbClr val="FFFFFF"/>
            </a:solidFill>
            <a:prstDash val="solid"/>
          </a:ln>
        </p:spPr>
      </p:sp>
      <p:sp>
        <p:nvSpPr>
          <p:cNvPr id="131" name="Text 129"/>
          <p:cNvSpPr/>
          <p:nvPr/>
        </p:nvSpPr>
        <p:spPr>
          <a:xfrm>
            <a:off x="4983480" y="3666744"/>
            <a:ext cx="276987" cy="219456"/>
          </a:xfrm>
          <a:prstGeom prst="rect">
            <a:avLst/>
          </a:prstGeom>
          <a:noFill/>
          <a:ln/>
        </p:spPr>
        <p:txBody>
          <a:bodyPr wrap="square" lIns="0" tIns="0" rIns="0" bIns="0" rtlCol="0" anchor="ctr">
            <a:normAutofit/>
          </a:bodyPr>
          <a:lstStyle/>
          <a:p>
            <a:pPr algn="ctr" indent="0" marL="0">
              <a:buNone/>
            </a:pPr>
            <a:r>
              <a:rPr lang="fr-FR" altLang="en-US" sz="920" dirty="0">
                <a:solidFill>
                  <a:srgbClr val="FFFFFF"/>
                </a:solidFill>
                <a:latin typeface="Arial" pitchFamily="34" charset="0"/>
                <a:ea typeface="Arial" pitchFamily="34" charset="-122"/>
                <a:cs typeface="Arial" pitchFamily="34" charset="-120"/>
              </a:rPr>
              <a:t>P</a:t>
            </a:r>
            <a:endParaRPr lang="fr-FR" sz="920" dirty="0"/>
          </a:p>
        </p:txBody>
      </p:sp>
      <p:sp>
        <p:nvSpPr>
          <p:cNvPr id="132" name="Shape 130"/>
          <p:cNvSpPr/>
          <p:nvPr/>
        </p:nvSpPr>
        <p:spPr>
          <a:xfrm>
            <a:off x="5260467" y="3639312"/>
            <a:ext cx="276987" cy="274320"/>
          </a:xfrm>
          <a:prstGeom prst="rect">
            <a:avLst/>
          </a:prstGeom>
          <a:solidFill>
            <a:srgbClr val="4D7886"/>
          </a:solidFill>
          <a:ln w="5080">
            <a:solidFill>
              <a:srgbClr val="FFFFFF"/>
            </a:solidFill>
            <a:prstDash val="solid"/>
          </a:ln>
        </p:spPr>
      </p:sp>
      <p:sp>
        <p:nvSpPr>
          <p:cNvPr id="133" name="Text 131"/>
          <p:cNvSpPr/>
          <p:nvPr/>
        </p:nvSpPr>
        <p:spPr>
          <a:xfrm>
            <a:off x="5260467" y="3666744"/>
            <a:ext cx="276987" cy="219456"/>
          </a:xfrm>
          <a:prstGeom prst="rect">
            <a:avLst/>
          </a:prstGeom>
          <a:noFill/>
          <a:ln/>
        </p:spPr>
        <p:txBody>
          <a:bodyPr wrap="square" lIns="0" tIns="0" rIns="0" bIns="0" rtlCol="0" anchor="ctr">
            <a:normAutofit/>
          </a:bodyPr>
          <a:lstStyle/>
          <a:p>
            <a:pPr algn="ctr" indent="0" marL="0">
              <a:buNone/>
            </a:pPr>
            <a:r>
              <a:rPr lang="fr-FR" altLang="en-US" sz="920" dirty="0">
                <a:solidFill>
                  <a:srgbClr val="FFFFFF"/>
                </a:solidFill>
                <a:latin typeface="Arial" pitchFamily="34" charset="0"/>
                <a:ea typeface="Arial" pitchFamily="34" charset="-122"/>
                <a:cs typeface="Arial" pitchFamily="34" charset="-120"/>
              </a:rPr>
              <a:t>P</a:t>
            </a:r>
            <a:endParaRPr lang="fr-FR" sz="920" dirty="0"/>
          </a:p>
        </p:txBody>
      </p:sp>
      <p:sp>
        <p:nvSpPr>
          <p:cNvPr id="134" name="Shape 132"/>
          <p:cNvSpPr/>
          <p:nvPr/>
        </p:nvSpPr>
        <p:spPr>
          <a:xfrm>
            <a:off x="5537454" y="3639312"/>
            <a:ext cx="276987" cy="274320"/>
          </a:xfrm>
          <a:prstGeom prst="rect">
            <a:avLst/>
          </a:prstGeom>
          <a:solidFill>
            <a:srgbClr val="4D7886"/>
          </a:solidFill>
          <a:ln w="5080">
            <a:solidFill>
              <a:srgbClr val="FFFFFF"/>
            </a:solidFill>
            <a:prstDash val="solid"/>
          </a:ln>
        </p:spPr>
      </p:sp>
      <p:sp>
        <p:nvSpPr>
          <p:cNvPr id="135" name="Text 133"/>
          <p:cNvSpPr/>
          <p:nvPr/>
        </p:nvSpPr>
        <p:spPr>
          <a:xfrm>
            <a:off x="5537454" y="3666744"/>
            <a:ext cx="276987" cy="219456"/>
          </a:xfrm>
          <a:prstGeom prst="rect">
            <a:avLst/>
          </a:prstGeom>
          <a:noFill/>
          <a:ln/>
        </p:spPr>
        <p:txBody>
          <a:bodyPr wrap="square" lIns="0" tIns="0" rIns="0" bIns="0" rtlCol="0" anchor="ctr">
            <a:normAutofit/>
          </a:bodyPr>
          <a:lstStyle/>
          <a:p>
            <a:pPr algn="ctr" indent="0" marL="0">
              <a:buNone/>
            </a:pPr>
            <a:r>
              <a:rPr lang="fr-FR" altLang="en-US" sz="920" dirty="0">
                <a:solidFill>
                  <a:srgbClr val="FFFFFF"/>
                </a:solidFill>
                <a:latin typeface="Arial" pitchFamily="34" charset="0"/>
                <a:ea typeface="Arial" pitchFamily="34" charset="-122"/>
                <a:cs typeface="Arial" pitchFamily="34" charset="-120"/>
              </a:rPr>
              <a:t>P</a:t>
            </a:r>
            <a:endParaRPr lang="fr-FR" sz="920" dirty="0"/>
          </a:p>
        </p:txBody>
      </p:sp>
      <p:sp>
        <p:nvSpPr>
          <p:cNvPr id="136" name="Shape 134"/>
          <p:cNvSpPr/>
          <p:nvPr/>
        </p:nvSpPr>
        <p:spPr>
          <a:xfrm>
            <a:off x="5814441" y="3639312"/>
            <a:ext cx="276987" cy="274320"/>
          </a:xfrm>
          <a:prstGeom prst="rect">
            <a:avLst/>
          </a:prstGeom>
          <a:solidFill>
            <a:srgbClr val="4D7886"/>
          </a:solidFill>
          <a:ln w="5080">
            <a:solidFill>
              <a:srgbClr val="FFFFFF"/>
            </a:solidFill>
            <a:prstDash val="solid"/>
          </a:ln>
        </p:spPr>
      </p:sp>
      <p:sp>
        <p:nvSpPr>
          <p:cNvPr id="137" name="Text 135"/>
          <p:cNvSpPr/>
          <p:nvPr/>
        </p:nvSpPr>
        <p:spPr>
          <a:xfrm>
            <a:off x="5814441" y="3666744"/>
            <a:ext cx="276987" cy="219456"/>
          </a:xfrm>
          <a:prstGeom prst="rect">
            <a:avLst/>
          </a:prstGeom>
          <a:noFill/>
          <a:ln/>
        </p:spPr>
        <p:txBody>
          <a:bodyPr wrap="square" lIns="0" tIns="0" rIns="0" bIns="0" rtlCol="0" anchor="ctr">
            <a:normAutofit/>
          </a:bodyPr>
          <a:lstStyle/>
          <a:p>
            <a:pPr algn="ctr" indent="0" marL="0">
              <a:buNone/>
            </a:pPr>
            <a:r>
              <a:rPr lang="fr-FR" altLang="en-US" sz="920" dirty="0">
                <a:solidFill>
                  <a:srgbClr val="FFFFFF"/>
                </a:solidFill>
                <a:latin typeface="Arial" pitchFamily="34" charset="0"/>
                <a:ea typeface="Arial" pitchFamily="34" charset="-122"/>
                <a:cs typeface="Arial" pitchFamily="34" charset="-120"/>
              </a:rPr>
              <a:t>P</a:t>
            </a:r>
            <a:endParaRPr lang="fr-FR" sz="920" dirty="0"/>
          </a:p>
        </p:txBody>
      </p:sp>
      <p:sp>
        <p:nvSpPr>
          <p:cNvPr id="138" name="Shape 136"/>
          <p:cNvSpPr/>
          <p:nvPr/>
        </p:nvSpPr>
        <p:spPr>
          <a:xfrm>
            <a:off x="6091428" y="3639312"/>
            <a:ext cx="276987" cy="274320"/>
          </a:xfrm>
          <a:prstGeom prst="rect">
            <a:avLst/>
          </a:prstGeom>
          <a:solidFill>
            <a:srgbClr val="4D7886"/>
          </a:solidFill>
          <a:ln w="5080">
            <a:solidFill>
              <a:srgbClr val="FFFFFF"/>
            </a:solidFill>
            <a:prstDash val="solid"/>
          </a:ln>
        </p:spPr>
      </p:sp>
      <p:sp>
        <p:nvSpPr>
          <p:cNvPr id="139" name="Text 137"/>
          <p:cNvSpPr/>
          <p:nvPr/>
        </p:nvSpPr>
        <p:spPr>
          <a:xfrm>
            <a:off x="6091428" y="3666744"/>
            <a:ext cx="276987" cy="219456"/>
          </a:xfrm>
          <a:prstGeom prst="rect">
            <a:avLst/>
          </a:prstGeom>
          <a:noFill/>
          <a:ln/>
        </p:spPr>
        <p:txBody>
          <a:bodyPr wrap="square" lIns="0" tIns="0" rIns="0" bIns="0" rtlCol="0" anchor="ctr">
            <a:normAutofit/>
          </a:bodyPr>
          <a:lstStyle/>
          <a:p>
            <a:pPr algn="ctr" indent="0" marL="0">
              <a:buNone/>
            </a:pPr>
            <a:r>
              <a:rPr lang="fr-FR" altLang="en-US" sz="920" dirty="0">
                <a:solidFill>
                  <a:srgbClr val="FFFFFF"/>
                </a:solidFill>
                <a:latin typeface="Arial" pitchFamily="34" charset="0"/>
                <a:ea typeface="Arial" pitchFamily="34" charset="-122"/>
                <a:cs typeface="Arial" pitchFamily="34" charset="-120"/>
              </a:rPr>
              <a:t>P</a:t>
            </a:r>
            <a:endParaRPr lang="fr-FR" sz="920" dirty="0"/>
          </a:p>
        </p:txBody>
      </p:sp>
      <p:sp>
        <p:nvSpPr>
          <p:cNvPr id="140" name="Shape 138"/>
          <p:cNvSpPr/>
          <p:nvPr/>
        </p:nvSpPr>
        <p:spPr>
          <a:xfrm>
            <a:off x="6368415" y="3639312"/>
            <a:ext cx="276987" cy="274320"/>
          </a:xfrm>
          <a:prstGeom prst="rect">
            <a:avLst/>
          </a:prstGeom>
          <a:solidFill>
            <a:srgbClr val="4D7886"/>
          </a:solidFill>
          <a:ln w="5080">
            <a:solidFill>
              <a:srgbClr val="FFFFFF"/>
            </a:solidFill>
            <a:prstDash val="solid"/>
          </a:ln>
        </p:spPr>
      </p:sp>
      <p:sp>
        <p:nvSpPr>
          <p:cNvPr id="141" name="Text 139"/>
          <p:cNvSpPr/>
          <p:nvPr/>
        </p:nvSpPr>
        <p:spPr>
          <a:xfrm>
            <a:off x="6368415" y="3666744"/>
            <a:ext cx="276987" cy="219456"/>
          </a:xfrm>
          <a:prstGeom prst="rect">
            <a:avLst/>
          </a:prstGeom>
          <a:noFill/>
          <a:ln/>
        </p:spPr>
        <p:txBody>
          <a:bodyPr wrap="square" lIns="0" tIns="0" rIns="0" bIns="0" rtlCol="0" anchor="ctr">
            <a:normAutofit/>
          </a:bodyPr>
          <a:lstStyle/>
          <a:p>
            <a:pPr algn="ctr" indent="0" marL="0">
              <a:buNone/>
            </a:pPr>
            <a:r>
              <a:rPr lang="fr-FR" altLang="en-US" sz="920" dirty="0">
                <a:solidFill>
                  <a:srgbClr val="FFFFFF"/>
                </a:solidFill>
                <a:latin typeface="Arial" pitchFamily="34" charset="0"/>
                <a:ea typeface="Arial" pitchFamily="34" charset="-122"/>
                <a:cs typeface="Arial" pitchFamily="34" charset="-120"/>
              </a:rPr>
              <a:t>P</a:t>
            </a:r>
            <a:endParaRPr lang="fr-FR" sz="920" dirty="0"/>
          </a:p>
        </p:txBody>
      </p:sp>
      <p:sp>
        <p:nvSpPr>
          <p:cNvPr id="142" name="Shape 140"/>
          <p:cNvSpPr/>
          <p:nvPr/>
        </p:nvSpPr>
        <p:spPr>
          <a:xfrm>
            <a:off x="6645402" y="3639312"/>
            <a:ext cx="276987" cy="274320"/>
          </a:xfrm>
          <a:prstGeom prst="rect">
            <a:avLst/>
          </a:prstGeom>
          <a:solidFill>
            <a:srgbClr val="4D7886"/>
          </a:solidFill>
          <a:ln w="5080">
            <a:solidFill>
              <a:srgbClr val="FFFFFF"/>
            </a:solidFill>
            <a:prstDash val="solid"/>
          </a:ln>
        </p:spPr>
      </p:sp>
      <p:sp>
        <p:nvSpPr>
          <p:cNvPr id="143" name="Text 141"/>
          <p:cNvSpPr/>
          <p:nvPr/>
        </p:nvSpPr>
        <p:spPr>
          <a:xfrm>
            <a:off x="6645402" y="3666744"/>
            <a:ext cx="276987" cy="219456"/>
          </a:xfrm>
          <a:prstGeom prst="rect">
            <a:avLst/>
          </a:prstGeom>
          <a:noFill/>
          <a:ln/>
        </p:spPr>
        <p:txBody>
          <a:bodyPr wrap="square" lIns="0" tIns="0" rIns="0" bIns="0" rtlCol="0" anchor="ctr">
            <a:normAutofit/>
          </a:bodyPr>
          <a:lstStyle/>
          <a:p>
            <a:pPr algn="ctr" indent="0" marL="0">
              <a:buNone/>
            </a:pPr>
            <a:r>
              <a:rPr lang="fr-FR" altLang="en-US" sz="920" dirty="0">
                <a:solidFill>
                  <a:srgbClr val="FFFFFF"/>
                </a:solidFill>
                <a:latin typeface="Arial" pitchFamily="34" charset="0"/>
                <a:ea typeface="Arial" pitchFamily="34" charset="-122"/>
                <a:cs typeface="Arial" pitchFamily="34" charset="-120"/>
              </a:rPr>
              <a:t>P</a:t>
            </a:r>
            <a:endParaRPr lang="fr-FR" sz="920" dirty="0"/>
          </a:p>
        </p:txBody>
      </p:sp>
      <p:sp>
        <p:nvSpPr>
          <p:cNvPr id="144" name="Shape 142"/>
          <p:cNvSpPr/>
          <p:nvPr/>
        </p:nvSpPr>
        <p:spPr>
          <a:xfrm>
            <a:off x="6922389" y="3639312"/>
            <a:ext cx="276987" cy="274320"/>
          </a:xfrm>
          <a:prstGeom prst="rect">
            <a:avLst/>
          </a:prstGeom>
          <a:solidFill>
            <a:srgbClr val="4D7886"/>
          </a:solidFill>
          <a:ln w="5080">
            <a:solidFill>
              <a:srgbClr val="FFFFFF"/>
            </a:solidFill>
            <a:prstDash val="solid"/>
          </a:ln>
        </p:spPr>
      </p:sp>
      <p:sp>
        <p:nvSpPr>
          <p:cNvPr id="145" name="Text 143"/>
          <p:cNvSpPr/>
          <p:nvPr/>
        </p:nvSpPr>
        <p:spPr>
          <a:xfrm>
            <a:off x="6922389" y="3666744"/>
            <a:ext cx="276987" cy="219456"/>
          </a:xfrm>
          <a:prstGeom prst="rect">
            <a:avLst/>
          </a:prstGeom>
          <a:noFill/>
          <a:ln/>
        </p:spPr>
        <p:txBody>
          <a:bodyPr wrap="square" lIns="0" tIns="0" rIns="0" bIns="0" rtlCol="0" anchor="ctr">
            <a:normAutofit/>
          </a:bodyPr>
          <a:lstStyle/>
          <a:p>
            <a:pPr algn="ctr" indent="0" marL="0">
              <a:buNone/>
            </a:pPr>
            <a:r>
              <a:rPr lang="fr-FR" altLang="en-US" sz="920" dirty="0">
                <a:solidFill>
                  <a:srgbClr val="FFFFFF"/>
                </a:solidFill>
                <a:latin typeface="Arial" pitchFamily="34" charset="0"/>
                <a:ea typeface="Arial" pitchFamily="34" charset="-122"/>
                <a:cs typeface="Arial" pitchFamily="34" charset="-120"/>
              </a:rPr>
              <a:t>P</a:t>
            </a:r>
            <a:endParaRPr lang="fr-FR" sz="920" dirty="0"/>
          </a:p>
        </p:txBody>
      </p:sp>
      <p:sp>
        <p:nvSpPr>
          <p:cNvPr id="146" name="Shape 144"/>
          <p:cNvSpPr/>
          <p:nvPr/>
        </p:nvSpPr>
        <p:spPr>
          <a:xfrm>
            <a:off x="7199376" y="3639312"/>
            <a:ext cx="276987" cy="274320"/>
          </a:xfrm>
          <a:prstGeom prst="rect">
            <a:avLst/>
          </a:prstGeom>
          <a:solidFill>
            <a:srgbClr val="4D7886"/>
          </a:solidFill>
          <a:ln w="5080">
            <a:solidFill>
              <a:srgbClr val="FFFFFF"/>
            </a:solidFill>
            <a:prstDash val="solid"/>
          </a:ln>
        </p:spPr>
      </p:sp>
      <p:sp>
        <p:nvSpPr>
          <p:cNvPr id="147" name="Text 145"/>
          <p:cNvSpPr/>
          <p:nvPr/>
        </p:nvSpPr>
        <p:spPr>
          <a:xfrm>
            <a:off x="7199376" y="3666744"/>
            <a:ext cx="276987" cy="219456"/>
          </a:xfrm>
          <a:prstGeom prst="rect">
            <a:avLst/>
          </a:prstGeom>
          <a:noFill/>
          <a:ln/>
        </p:spPr>
        <p:txBody>
          <a:bodyPr wrap="square" lIns="0" tIns="0" rIns="0" bIns="0" rtlCol="0" anchor="ctr">
            <a:normAutofit/>
          </a:bodyPr>
          <a:lstStyle/>
          <a:p>
            <a:pPr algn="ctr" indent="0" marL="0">
              <a:buNone/>
            </a:pPr>
            <a:r>
              <a:rPr lang="fr-FR" altLang="en-US" sz="920" dirty="0">
                <a:solidFill>
                  <a:srgbClr val="FFFFFF"/>
                </a:solidFill>
                <a:latin typeface="Arial" pitchFamily="34" charset="0"/>
                <a:ea typeface="Arial" pitchFamily="34" charset="-122"/>
                <a:cs typeface="Arial" pitchFamily="34" charset="-120"/>
              </a:rPr>
              <a:t>P</a:t>
            </a:r>
            <a:endParaRPr lang="fr-FR" sz="920" dirty="0"/>
          </a:p>
        </p:txBody>
      </p:sp>
      <p:sp>
        <p:nvSpPr>
          <p:cNvPr id="148" name="Shape 146"/>
          <p:cNvSpPr/>
          <p:nvPr/>
        </p:nvSpPr>
        <p:spPr>
          <a:xfrm>
            <a:off x="7476363" y="3639312"/>
            <a:ext cx="276987" cy="274320"/>
          </a:xfrm>
          <a:prstGeom prst="rect">
            <a:avLst/>
          </a:prstGeom>
          <a:solidFill>
            <a:srgbClr val="4D7886"/>
          </a:solidFill>
          <a:ln w="5080">
            <a:solidFill>
              <a:srgbClr val="FFFFFF"/>
            </a:solidFill>
            <a:prstDash val="solid"/>
          </a:ln>
        </p:spPr>
      </p:sp>
      <p:sp>
        <p:nvSpPr>
          <p:cNvPr id="149" name="Text 147"/>
          <p:cNvSpPr/>
          <p:nvPr/>
        </p:nvSpPr>
        <p:spPr>
          <a:xfrm>
            <a:off x="7476363" y="3666744"/>
            <a:ext cx="276987" cy="219456"/>
          </a:xfrm>
          <a:prstGeom prst="rect">
            <a:avLst/>
          </a:prstGeom>
          <a:noFill/>
          <a:ln/>
        </p:spPr>
        <p:txBody>
          <a:bodyPr wrap="square" lIns="0" tIns="0" rIns="0" bIns="0" rtlCol="0" anchor="ctr">
            <a:normAutofit/>
          </a:bodyPr>
          <a:lstStyle/>
          <a:p>
            <a:pPr algn="ctr" indent="0" marL="0">
              <a:buNone/>
            </a:pPr>
            <a:r>
              <a:rPr lang="fr-FR" altLang="en-US" sz="920" dirty="0">
                <a:solidFill>
                  <a:srgbClr val="FFFFFF"/>
                </a:solidFill>
                <a:latin typeface="Arial" pitchFamily="34" charset="0"/>
                <a:ea typeface="Arial" pitchFamily="34" charset="-122"/>
                <a:cs typeface="Arial" pitchFamily="34" charset="-120"/>
              </a:rPr>
              <a:t>P</a:t>
            </a:r>
            <a:endParaRPr lang="fr-FR" sz="920" dirty="0"/>
          </a:p>
        </p:txBody>
      </p:sp>
      <p:sp>
        <p:nvSpPr>
          <p:cNvPr id="150" name="Shape 148"/>
          <p:cNvSpPr/>
          <p:nvPr/>
        </p:nvSpPr>
        <p:spPr>
          <a:xfrm>
            <a:off x="7753350" y="3639312"/>
            <a:ext cx="276987" cy="274320"/>
          </a:xfrm>
          <a:prstGeom prst="rect">
            <a:avLst/>
          </a:prstGeom>
          <a:solidFill>
            <a:srgbClr val="4D7886"/>
          </a:solidFill>
          <a:ln w="5080">
            <a:solidFill>
              <a:srgbClr val="FFFFFF"/>
            </a:solidFill>
            <a:prstDash val="solid"/>
          </a:ln>
        </p:spPr>
      </p:sp>
      <p:sp>
        <p:nvSpPr>
          <p:cNvPr id="151" name="Text 149"/>
          <p:cNvSpPr/>
          <p:nvPr/>
        </p:nvSpPr>
        <p:spPr>
          <a:xfrm>
            <a:off x="7753350" y="3666744"/>
            <a:ext cx="276987" cy="219456"/>
          </a:xfrm>
          <a:prstGeom prst="rect">
            <a:avLst/>
          </a:prstGeom>
          <a:noFill/>
          <a:ln/>
        </p:spPr>
        <p:txBody>
          <a:bodyPr wrap="square" lIns="0" tIns="0" rIns="0" bIns="0" rtlCol="0" anchor="ctr">
            <a:normAutofit/>
          </a:bodyPr>
          <a:lstStyle/>
          <a:p>
            <a:pPr algn="ctr" indent="0" marL="0">
              <a:buNone/>
            </a:pPr>
            <a:r>
              <a:rPr lang="fr-FR" altLang="en-US" sz="920" dirty="0">
                <a:solidFill>
                  <a:srgbClr val="FFFFFF"/>
                </a:solidFill>
                <a:latin typeface="Arial" pitchFamily="34" charset="0"/>
                <a:ea typeface="Arial" pitchFamily="34" charset="-122"/>
                <a:cs typeface="Arial" pitchFamily="34" charset="-120"/>
              </a:rPr>
              <a:t>P</a:t>
            </a:r>
            <a:endParaRPr lang="fr-FR" sz="920" dirty="0"/>
          </a:p>
        </p:txBody>
      </p:sp>
      <p:sp>
        <p:nvSpPr>
          <p:cNvPr id="152" name="Shape 150"/>
          <p:cNvSpPr/>
          <p:nvPr/>
        </p:nvSpPr>
        <p:spPr>
          <a:xfrm>
            <a:off x="8030337" y="3639312"/>
            <a:ext cx="276987" cy="274320"/>
          </a:xfrm>
          <a:prstGeom prst="rect">
            <a:avLst/>
          </a:prstGeom>
          <a:solidFill>
            <a:srgbClr val="4D7886"/>
          </a:solidFill>
          <a:ln w="5080">
            <a:solidFill>
              <a:srgbClr val="FFFFFF"/>
            </a:solidFill>
            <a:prstDash val="solid"/>
          </a:ln>
        </p:spPr>
      </p:sp>
      <p:sp>
        <p:nvSpPr>
          <p:cNvPr id="153" name="Text 151"/>
          <p:cNvSpPr/>
          <p:nvPr/>
        </p:nvSpPr>
        <p:spPr>
          <a:xfrm>
            <a:off x="8030337" y="3666744"/>
            <a:ext cx="276987" cy="219456"/>
          </a:xfrm>
          <a:prstGeom prst="rect">
            <a:avLst/>
          </a:prstGeom>
          <a:noFill/>
          <a:ln/>
        </p:spPr>
        <p:txBody>
          <a:bodyPr wrap="square" lIns="0" tIns="0" rIns="0" bIns="0" rtlCol="0" anchor="ctr">
            <a:normAutofit/>
          </a:bodyPr>
          <a:lstStyle/>
          <a:p>
            <a:pPr algn="ctr" indent="0" marL="0">
              <a:buNone/>
            </a:pPr>
            <a:r>
              <a:rPr lang="fr-FR" altLang="en-US" sz="920" dirty="0">
                <a:solidFill>
                  <a:srgbClr val="FFFFFF"/>
                </a:solidFill>
                <a:latin typeface="Arial" pitchFamily="34" charset="0"/>
                <a:ea typeface="Arial" pitchFamily="34" charset="-122"/>
                <a:cs typeface="Arial" pitchFamily="34" charset="-120"/>
              </a:rPr>
              <a:t>P</a:t>
            </a:r>
            <a:endParaRPr lang="fr-FR" sz="920" dirty="0"/>
          </a:p>
        </p:txBody>
      </p:sp>
      <p:sp>
        <p:nvSpPr>
          <p:cNvPr id="154" name="Shape 152"/>
          <p:cNvSpPr/>
          <p:nvPr/>
        </p:nvSpPr>
        <p:spPr>
          <a:xfrm>
            <a:off x="8307324" y="3639312"/>
            <a:ext cx="276987" cy="274320"/>
          </a:xfrm>
          <a:prstGeom prst="rect">
            <a:avLst/>
          </a:prstGeom>
          <a:solidFill>
            <a:srgbClr val="4D7886"/>
          </a:solidFill>
          <a:ln w="5080">
            <a:solidFill>
              <a:srgbClr val="FFFFFF"/>
            </a:solidFill>
            <a:prstDash val="solid"/>
          </a:ln>
        </p:spPr>
      </p:sp>
      <p:sp>
        <p:nvSpPr>
          <p:cNvPr id="155" name="Text 153"/>
          <p:cNvSpPr/>
          <p:nvPr/>
        </p:nvSpPr>
        <p:spPr>
          <a:xfrm>
            <a:off x="8307324" y="3666744"/>
            <a:ext cx="276987" cy="219456"/>
          </a:xfrm>
          <a:prstGeom prst="rect">
            <a:avLst/>
          </a:prstGeom>
          <a:noFill/>
          <a:ln/>
        </p:spPr>
        <p:txBody>
          <a:bodyPr wrap="square" lIns="0" tIns="0" rIns="0" bIns="0" rtlCol="0" anchor="ctr">
            <a:normAutofit/>
          </a:bodyPr>
          <a:lstStyle/>
          <a:p>
            <a:pPr algn="ctr" indent="0" marL="0">
              <a:buNone/>
            </a:pPr>
            <a:r>
              <a:rPr lang="fr-FR" altLang="en-US" sz="920" dirty="0">
                <a:solidFill>
                  <a:srgbClr val="FFFFFF"/>
                </a:solidFill>
                <a:latin typeface="Arial" pitchFamily="34" charset="0"/>
                <a:ea typeface="Arial" pitchFamily="34" charset="-122"/>
                <a:cs typeface="Arial" pitchFamily="34" charset="-120"/>
              </a:rPr>
              <a:t>P</a:t>
            </a:r>
            <a:endParaRPr lang="fr-FR" sz="920" dirty="0"/>
          </a:p>
        </p:txBody>
      </p:sp>
      <p:sp>
        <p:nvSpPr>
          <p:cNvPr id="156" name="Shape 154"/>
          <p:cNvSpPr/>
          <p:nvPr/>
        </p:nvSpPr>
        <p:spPr>
          <a:xfrm>
            <a:off x="8584311" y="3639312"/>
            <a:ext cx="276987" cy="274320"/>
          </a:xfrm>
          <a:prstGeom prst="rect">
            <a:avLst/>
          </a:prstGeom>
          <a:solidFill>
            <a:srgbClr val="4D7886"/>
          </a:solidFill>
          <a:ln w="5080">
            <a:solidFill>
              <a:srgbClr val="FFFFFF"/>
            </a:solidFill>
            <a:prstDash val="solid"/>
          </a:ln>
        </p:spPr>
      </p:sp>
      <p:sp>
        <p:nvSpPr>
          <p:cNvPr id="157" name="Text 155"/>
          <p:cNvSpPr/>
          <p:nvPr/>
        </p:nvSpPr>
        <p:spPr>
          <a:xfrm>
            <a:off x="8584311" y="3666744"/>
            <a:ext cx="276987" cy="219456"/>
          </a:xfrm>
          <a:prstGeom prst="rect">
            <a:avLst/>
          </a:prstGeom>
          <a:noFill/>
          <a:ln/>
        </p:spPr>
        <p:txBody>
          <a:bodyPr wrap="square" lIns="0" tIns="0" rIns="0" bIns="0" rtlCol="0" anchor="ctr">
            <a:normAutofit/>
          </a:bodyPr>
          <a:lstStyle/>
          <a:p>
            <a:pPr algn="ctr" indent="0" marL="0">
              <a:buNone/>
            </a:pPr>
            <a:r>
              <a:rPr lang="fr-FR" altLang="en-US" sz="920" dirty="0">
                <a:solidFill>
                  <a:srgbClr val="FFFFFF"/>
                </a:solidFill>
                <a:latin typeface="Arial" pitchFamily="34" charset="0"/>
                <a:ea typeface="Arial" pitchFamily="34" charset="-122"/>
                <a:cs typeface="Arial" pitchFamily="34" charset="-120"/>
              </a:rPr>
              <a:t>P</a:t>
            </a:r>
            <a:endParaRPr lang="fr-FR" sz="920" dirty="0"/>
          </a:p>
        </p:txBody>
      </p:sp>
      <p:sp>
        <p:nvSpPr>
          <p:cNvPr id="158" name="Shape 156"/>
          <p:cNvSpPr/>
          <p:nvPr/>
        </p:nvSpPr>
        <p:spPr>
          <a:xfrm>
            <a:off x="8861298" y="3639312"/>
            <a:ext cx="276987" cy="274320"/>
          </a:xfrm>
          <a:prstGeom prst="rect">
            <a:avLst/>
          </a:prstGeom>
          <a:solidFill>
            <a:srgbClr val="4D7886"/>
          </a:solidFill>
          <a:ln w="5080">
            <a:solidFill>
              <a:srgbClr val="FFFFFF"/>
            </a:solidFill>
            <a:prstDash val="solid"/>
          </a:ln>
        </p:spPr>
      </p:sp>
      <p:sp>
        <p:nvSpPr>
          <p:cNvPr id="159" name="Text 157"/>
          <p:cNvSpPr/>
          <p:nvPr/>
        </p:nvSpPr>
        <p:spPr>
          <a:xfrm>
            <a:off x="8861298" y="3666744"/>
            <a:ext cx="276987" cy="219456"/>
          </a:xfrm>
          <a:prstGeom prst="rect">
            <a:avLst/>
          </a:prstGeom>
          <a:noFill/>
          <a:ln/>
        </p:spPr>
        <p:txBody>
          <a:bodyPr wrap="square" lIns="0" tIns="0" rIns="0" bIns="0" rtlCol="0" anchor="ctr">
            <a:normAutofit/>
          </a:bodyPr>
          <a:lstStyle/>
          <a:p>
            <a:pPr algn="ctr" indent="0" marL="0">
              <a:buNone/>
            </a:pPr>
            <a:r>
              <a:rPr lang="fr-FR" altLang="en-US" sz="920" dirty="0">
                <a:solidFill>
                  <a:srgbClr val="FFFFFF"/>
                </a:solidFill>
                <a:latin typeface="Arial" pitchFamily="34" charset="0"/>
                <a:ea typeface="Arial" pitchFamily="34" charset="-122"/>
                <a:cs typeface="Arial" pitchFamily="34" charset="-120"/>
              </a:rPr>
              <a:t>P</a:t>
            </a:r>
            <a:endParaRPr lang="fr-FR" sz="920" dirty="0"/>
          </a:p>
        </p:txBody>
      </p:sp>
      <p:sp>
        <p:nvSpPr>
          <p:cNvPr id="160" name="Shape 158"/>
          <p:cNvSpPr/>
          <p:nvPr/>
        </p:nvSpPr>
        <p:spPr>
          <a:xfrm>
            <a:off x="9138285" y="3639312"/>
            <a:ext cx="276987" cy="274320"/>
          </a:xfrm>
          <a:prstGeom prst="rect">
            <a:avLst/>
          </a:prstGeom>
          <a:solidFill>
            <a:srgbClr val="4D7886"/>
          </a:solidFill>
          <a:ln w="5080">
            <a:solidFill>
              <a:srgbClr val="FFFFFF"/>
            </a:solidFill>
            <a:prstDash val="solid"/>
          </a:ln>
        </p:spPr>
      </p:sp>
      <p:sp>
        <p:nvSpPr>
          <p:cNvPr id="161" name="Text 159"/>
          <p:cNvSpPr/>
          <p:nvPr/>
        </p:nvSpPr>
        <p:spPr>
          <a:xfrm>
            <a:off x="9138285" y="3666744"/>
            <a:ext cx="276987" cy="219456"/>
          </a:xfrm>
          <a:prstGeom prst="rect">
            <a:avLst/>
          </a:prstGeom>
          <a:noFill/>
          <a:ln/>
        </p:spPr>
        <p:txBody>
          <a:bodyPr wrap="square" lIns="0" tIns="0" rIns="0" bIns="0" rtlCol="0" anchor="ctr">
            <a:normAutofit/>
          </a:bodyPr>
          <a:lstStyle/>
          <a:p>
            <a:pPr algn="ctr" indent="0" marL="0">
              <a:buNone/>
            </a:pPr>
            <a:r>
              <a:rPr lang="fr-FR" altLang="en-US" sz="920" dirty="0">
                <a:solidFill>
                  <a:srgbClr val="FFFFFF"/>
                </a:solidFill>
                <a:latin typeface="Arial" pitchFamily="34" charset="0"/>
                <a:ea typeface="Arial" pitchFamily="34" charset="-122"/>
                <a:cs typeface="Arial" pitchFamily="34" charset="-120"/>
              </a:rPr>
              <a:t>P</a:t>
            </a:r>
            <a:endParaRPr lang="fr-FR" sz="920" dirty="0"/>
          </a:p>
        </p:txBody>
      </p:sp>
      <p:sp>
        <p:nvSpPr>
          <p:cNvPr id="162" name="Shape 160"/>
          <p:cNvSpPr/>
          <p:nvPr/>
        </p:nvSpPr>
        <p:spPr>
          <a:xfrm>
            <a:off x="9415272" y="3639312"/>
            <a:ext cx="276987" cy="274320"/>
          </a:xfrm>
          <a:prstGeom prst="rect">
            <a:avLst/>
          </a:prstGeom>
          <a:solidFill>
            <a:srgbClr val="4D7886"/>
          </a:solidFill>
          <a:ln w="5080">
            <a:solidFill>
              <a:srgbClr val="FFFFFF"/>
            </a:solidFill>
            <a:prstDash val="solid"/>
          </a:ln>
        </p:spPr>
      </p:sp>
      <p:sp>
        <p:nvSpPr>
          <p:cNvPr id="163" name="Text 161"/>
          <p:cNvSpPr/>
          <p:nvPr/>
        </p:nvSpPr>
        <p:spPr>
          <a:xfrm>
            <a:off x="9415272" y="3666744"/>
            <a:ext cx="276987" cy="219456"/>
          </a:xfrm>
          <a:prstGeom prst="rect">
            <a:avLst/>
          </a:prstGeom>
          <a:noFill/>
          <a:ln/>
        </p:spPr>
        <p:txBody>
          <a:bodyPr wrap="square" lIns="0" tIns="0" rIns="0" bIns="0" rtlCol="0" anchor="ctr">
            <a:normAutofit/>
          </a:bodyPr>
          <a:lstStyle/>
          <a:p>
            <a:pPr algn="ctr" indent="0" marL="0">
              <a:buNone/>
            </a:pPr>
            <a:r>
              <a:rPr lang="fr-FR" altLang="en-US" sz="920" dirty="0">
                <a:solidFill>
                  <a:srgbClr val="FFFFFF"/>
                </a:solidFill>
                <a:latin typeface="Arial" pitchFamily="34" charset="0"/>
                <a:ea typeface="Arial" pitchFamily="34" charset="-122"/>
                <a:cs typeface="Arial" pitchFamily="34" charset="-120"/>
              </a:rPr>
              <a:t>P</a:t>
            </a:r>
            <a:endParaRPr lang="fr-FR" sz="920" dirty="0"/>
          </a:p>
        </p:txBody>
      </p:sp>
      <p:sp>
        <p:nvSpPr>
          <p:cNvPr id="164" name="Shape 162"/>
          <p:cNvSpPr/>
          <p:nvPr/>
        </p:nvSpPr>
        <p:spPr>
          <a:xfrm>
            <a:off x="9692259" y="3639312"/>
            <a:ext cx="276987" cy="274320"/>
          </a:xfrm>
          <a:prstGeom prst="rect">
            <a:avLst/>
          </a:prstGeom>
          <a:solidFill>
            <a:srgbClr val="4D7886"/>
          </a:solidFill>
          <a:ln w="5080">
            <a:solidFill>
              <a:srgbClr val="FFFFFF"/>
            </a:solidFill>
            <a:prstDash val="solid"/>
          </a:ln>
        </p:spPr>
      </p:sp>
      <p:sp>
        <p:nvSpPr>
          <p:cNvPr id="165" name="Text 163"/>
          <p:cNvSpPr/>
          <p:nvPr/>
        </p:nvSpPr>
        <p:spPr>
          <a:xfrm>
            <a:off x="9692259" y="3666744"/>
            <a:ext cx="276987" cy="219456"/>
          </a:xfrm>
          <a:prstGeom prst="rect">
            <a:avLst/>
          </a:prstGeom>
          <a:noFill/>
          <a:ln/>
        </p:spPr>
        <p:txBody>
          <a:bodyPr wrap="square" lIns="0" tIns="0" rIns="0" bIns="0" rtlCol="0" anchor="ctr">
            <a:normAutofit/>
          </a:bodyPr>
          <a:lstStyle/>
          <a:p>
            <a:pPr algn="ctr" indent="0" marL="0">
              <a:buNone/>
            </a:pPr>
            <a:r>
              <a:rPr lang="fr-FR" altLang="en-US" sz="920" dirty="0">
                <a:solidFill>
                  <a:srgbClr val="FFFFFF"/>
                </a:solidFill>
                <a:latin typeface="Arial" pitchFamily="34" charset="0"/>
                <a:ea typeface="Arial" pitchFamily="34" charset="-122"/>
                <a:cs typeface="Arial" pitchFamily="34" charset="-120"/>
              </a:rPr>
              <a:t>P</a:t>
            </a:r>
            <a:endParaRPr lang="fr-FR" sz="920" dirty="0"/>
          </a:p>
        </p:txBody>
      </p:sp>
      <p:sp>
        <p:nvSpPr>
          <p:cNvPr id="166" name="Shape 164"/>
          <p:cNvSpPr/>
          <p:nvPr/>
        </p:nvSpPr>
        <p:spPr>
          <a:xfrm>
            <a:off x="9969246" y="3639312"/>
            <a:ext cx="276987" cy="274320"/>
          </a:xfrm>
          <a:prstGeom prst="rect">
            <a:avLst/>
          </a:prstGeom>
          <a:solidFill>
            <a:srgbClr val="4D7886"/>
          </a:solidFill>
          <a:ln w="5080">
            <a:solidFill>
              <a:srgbClr val="FFFFFF"/>
            </a:solidFill>
            <a:prstDash val="solid"/>
          </a:ln>
        </p:spPr>
      </p:sp>
      <p:sp>
        <p:nvSpPr>
          <p:cNvPr id="167" name="Text 165"/>
          <p:cNvSpPr/>
          <p:nvPr/>
        </p:nvSpPr>
        <p:spPr>
          <a:xfrm>
            <a:off x="9969246" y="3666744"/>
            <a:ext cx="276987" cy="219456"/>
          </a:xfrm>
          <a:prstGeom prst="rect">
            <a:avLst/>
          </a:prstGeom>
          <a:noFill/>
          <a:ln/>
        </p:spPr>
        <p:txBody>
          <a:bodyPr wrap="square" lIns="0" tIns="0" rIns="0" bIns="0" rtlCol="0" anchor="ctr">
            <a:normAutofit/>
          </a:bodyPr>
          <a:lstStyle/>
          <a:p>
            <a:pPr algn="ctr" indent="0" marL="0">
              <a:buNone/>
            </a:pPr>
            <a:r>
              <a:rPr lang="fr-FR" altLang="en-US" sz="920" dirty="0">
                <a:solidFill>
                  <a:srgbClr val="FFFFFF"/>
                </a:solidFill>
                <a:latin typeface="Arial" pitchFamily="34" charset="0"/>
                <a:ea typeface="Arial" pitchFamily="34" charset="-122"/>
                <a:cs typeface="Arial" pitchFamily="34" charset="-120"/>
              </a:rPr>
              <a:t>P</a:t>
            </a:r>
            <a:endParaRPr lang="fr-FR" sz="920" dirty="0"/>
          </a:p>
        </p:txBody>
      </p:sp>
      <p:sp>
        <p:nvSpPr>
          <p:cNvPr id="168" name="Shape 166"/>
          <p:cNvSpPr/>
          <p:nvPr/>
        </p:nvSpPr>
        <p:spPr>
          <a:xfrm>
            <a:off x="10246233" y="3639312"/>
            <a:ext cx="276987" cy="274320"/>
          </a:xfrm>
          <a:prstGeom prst="rect">
            <a:avLst/>
          </a:prstGeom>
          <a:solidFill>
            <a:srgbClr val="4D7886"/>
          </a:solidFill>
          <a:ln w="5080">
            <a:solidFill>
              <a:srgbClr val="FFFFFF"/>
            </a:solidFill>
            <a:prstDash val="solid"/>
          </a:ln>
        </p:spPr>
      </p:sp>
      <p:sp>
        <p:nvSpPr>
          <p:cNvPr id="169" name="Text 167"/>
          <p:cNvSpPr/>
          <p:nvPr/>
        </p:nvSpPr>
        <p:spPr>
          <a:xfrm>
            <a:off x="10246233" y="3666744"/>
            <a:ext cx="276987" cy="219456"/>
          </a:xfrm>
          <a:prstGeom prst="rect">
            <a:avLst/>
          </a:prstGeom>
          <a:noFill/>
          <a:ln/>
        </p:spPr>
        <p:txBody>
          <a:bodyPr wrap="square" lIns="0" tIns="0" rIns="0" bIns="0" rtlCol="0" anchor="ctr">
            <a:normAutofit/>
          </a:bodyPr>
          <a:lstStyle/>
          <a:p>
            <a:pPr algn="ctr" indent="0" marL="0">
              <a:buNone/>
            </a:pPr>
            <a:r>
              <a:rPr lang="fr-FR" altLang="en-US" sz="920" dirty="0">
                <a:solidFill>
                  <a:srgbClr val="FFFFFF"/>
                </a:solidFill>
                <a:latin typeface="Arial" pitchFamily="34" charset="0"/>
                <a:ea typeface="Arial" pitchFamily="34" charset="-122"/>
                <a:cs typeface="Arial" pitchFamily="34" charset="-120"/>
              </a:rPr>
              <a:t>P</a:t>
            </a:r>
            <a:endParaRPr lang="fr-FR" sz="920" dirty="0"/>
          </a:p>
        </p:txBody>
      </p:sp>
      <p:sp>
        <p:nvSpPr>
          <p:cNvPr id="170" name="Shape 168"/>
          <p:cNvSpPr/>
          <p:nvPr/>
        </p:nvSpPr>
        <p:spPr>
          <a:xfrm>
            <a:off x="10523220" y="3639312"/>
            <a:ext cx="276987" cy="274320"/>
          </a:xfrm>
          <a:prstGeom prst="rect">
            <a:avLst/>
          </a:prstGeom>
          <a:solidFill>
            <a:srgbClr val="4D7886"/>
          </a:solidFill>
          <a:ln w="5080">
            <a:solidFill>
              <a:srgbClr val="FFFFFF"/>
            </a:solidFill>
            <a:prstDash val="solid"/>
          </a:ln>
        </p:spPr>
      </p:sp>
      <p:sp>
        <p:nvSpPr>
          <p:cNvPr id="171" name="Text 169"/>
          <p:cNvSpPr/>
          <p:nvPr/>
        </p:nvSpPr>
        <p:spPr>
          <a:xfrm>
            <a:off x="10523220" y="3666744"/>
            <a:ext cx="276987" cy="219456"/>
          </a:xfrm>
          <a:prstGeom prst="rect">
            <a:avLst/>
          </a:prstGeom>
          <a:noFill/>
          <a:ln/>
        </p:spPr>
        <p:txBody>
          <a:bodyPr wrap="square" lIns="0" tIns="0" rIns="0" bIns="0" rtlCol="0" anchor="ctr">
            <a:normAutofit/>
          </a:bodyPr>
          <a:lstStyle/>
          <a:p>
            <a:pPr algn="ctr" indent="0" marL="0">
              <a:buNone/>
            </a:pPr>
            <a:r>
              <a:rPr lang="fr-FR" altLang="en-US" sz="920" dirty="0">
                <a:solidFill>
                  <a:srgbClr val="FFFFFF"/>
                </a:solidFill>
                <a:latin typeface="Arial" pitchFamily="34" charset="0"/>
                <a:ea typeface="Arial" pitchFamily="34" charset="-122"/>
                <a:cs typeface="Arial" pitchFamily="34" charset="-120"/>
              </a:rPr>
              <a:t>P</a:t>
            </a:r>
            <a:endParaRPr lang="fr-FR" sz="920" dirty="0"/>
          </a:p>
        </p:txBody>
      </p:sp>
      <p:sp>
        <p:nvSpPr>
          <p:cNvPr id="172" name="Shape 170"/>
          <p:cNvSpPr/>
          <p:nvPr/>
        </p:nvSpPr>
        <p:spPr>
          <a:xfrm>
            <a:off x="10800207" y="3639312"/>
            <a:ext cx="276987" cy="274320"/>
          </a:xfrm>
          <a:prstGeom prst="rect">
            <a:avLst/>
          </a:prstGeom>
          <a:solidFill>
            <a:srgbClr val="4D7886"/>
          </a:solidFill>
          <a:ln w="5080">
            <a:solidFill>
              <a:srgbClr val="FFFFFF"/>
            </a:solidFill>
            <a:prstDash val="solid"/>
          </a:ln>
        </p:spPr>
      </p:sp>
      <p:sp>
        <p:nvSpPr>
          <p:cNvPr id="173" name="Text 171"/>
          <p:cNvSpPr/>
          <p:nvPr/>
        </p:nvSpPr>
        <p:spPr>
          <a:xfrm>
            <a:off x="10800207" y="3666744"/>
            <a:ext cx="276987" cy="219456"/>
          </a:xfrm>
          <a:prstGeom prst="rect">
            <a:avLst/>
          </a:prstGeom>
          <a:noFill/>
          <a:ln/>
        </p:spPr>
        <p:txBody>
          <a:bodyPr wrap="square" lIns="0" tIns="0" rIns="0" bIns="0" rtlCol="0" anchor="ctr">
            <a:normAutofit/>
          </a:bodyPr>
          <a:lstStyle/>
          <a:p>
            <a:pPr algn="ctr" indent="0" marL="0">
              <a:buNone/>
            </a:pPr>
            <a:r>
              <a:rPr lang="fr-FR" altLang="en-US" sz="920" dirty="0">
                <a:solidFill>
                  <a:srgbClr val="FFFFFF"/>
                </a:solidFill>
                <a:latin typeface="Arial" pitchFamily="34" charset="0"/>
                <a:ea typeface="Arial" pitchFamily="34" charset="-122"/>
                <a:cs typeface="Arial" pitchFamily="34" charset="-120"/>
              </a:rPr>
              <a:t>P</a:t>
            </a:r>
            <a:endParaRPr lang="fr-FR" sz="920" dirty="0"/>
          </a:p>
        </p:txBody>
      </p:sp>
      <p:sp>
        <p:nvSpPr>
          <p:cNvPr id="174" name="Shape 172"/>
          <p:cNvSpPr/>
          <p:nvPr/>
        </p:nvSpPr>
        <p:spPr>
          <a:xfrm>
            <a:off x="11077194" y="3639312"/>
            <a:ext cx="276987" cy="274320"/>
          </a:xfrm>
          <a:prstGeom prst="rect">
            <a:avLst/>
          </a:prstGeom>
          <a:solidFill>
            <a:srgbClr val="4D7886"/>
          </a:solidFill>
          <a:ln w="5080">
            <a:solidFill>
              <a:srgbClr val="FFFFFF"/>
            </a:solidFill>
            <a:prstDash val="solid"/>
          </a:ln>
        </p:spPr>
      </p:sp>
      <p:sp>
        <p:nvSpPr>
          <p:cNvPr id="175" name="Text 173"/>
          <p:cNvSpPr/>
          <p:nvPr/>
        </p:nvSpPr>
        <p:spPr>
          <a:xfrm>
            <a:off x="11077194" y="3666744"/>
            <a:ext cx="276987" cy="219456"/>
          </a:xfrm>
          <a:prstGeom prst="rect">
            <a:avLst/>
          </a:prstGeom>
          <a:noFill/>
          <a:ln/>
        </p:spPr>
        <p:txBody>
          <a:bodyPr wrap="square" lIns="0" tIns="0" rIns="0" bIns="0" rtlCol="0" anchor="ctr">
            <a:normAutofit/>
          </a:bodyPr>
          <a:lstStyle/>
          <a:p>
            <a:pPr algn="ctr" indent="0" marL="0">
              <a:buNone/>
            </a:pPr>
            <a:r>
              <a:rPr lang="fr-FR" altLang="en-US" sz="920" dirty="0">
                <a:solidFill>
                  <a:srgbClr val="FFFFFF"/>
                </a:solidFill>
                <a:latin typeface="Arial" pitchFamily="34" charset="0"/>
                <a:ea typeface="Arial" pitchFamily="34" charset="-122"/>
                <a:cs typeface="Arial" pitchFamily="34" charset="-120"/>
              </a:rPr>
              <a:t>P</a:t>
            </a:r>
            <a:endParaRPr lang="fr-FR" sz="920" dirty="0"/>
          </a:p>
        </p:txBody>
      </p:sp>
      <p:sp>
        <p:nvSpPr>
          <p:cNvPr id="176" name="Shape 174"/>
          <p:cNvSpPr/>
          <p:nvPr/>
        </p:nvSpPr>
        <p:spPr>
          <a:xfrm>
            <a:off x="11354181" y="3639312"/>
            <a:ext cx="276987" cy="274320"/>
          </a:xfrm>
          <a:prstGeom prst="rect">
            <a:avLst/>
          </a:prstGeom>
          <a:solidFill>
            <a:srgbClr val="4D7886"/>
          </a:solidFill>
          <a:ln w="5080">
            <a:solidFill>
              <a:srgbClr val="FFFFFF"/>
            </a:solidFill>
            <a:prstDash val="solid"/>
          </a:ln>
        </p:spPr>
      </p:sp>
      <p:sp>
        <p:nvSpPr>
          <p:cNvPr id="177" name="Text 175"/>
          <p:cNvSpPr/>
          <p:nvPr/>
        </p:nvSpPr>
        <p:spPr>
          <a:xfrm>
            <a:off x="11354181" y="3666744"/>
            <a:ext cx="276987" cy="219456"/>
          </a:xfrm>
          <a:prstGeom prst="rect">
            <a:avLst/>
          </a:prstGeom>
          <a:noFill/>
          <a:ln/>
        </p:spPr>
        <p:txBody>
          <a:bodyPr wrap="square" lIns="0" tIns="0" rIns="0" bIns="0" rtlCol="0" anchor="ctr">
            <a:normAutofit/>
          </a:bodyPr>
          <a:lstStyle/>
          <a:p>
            <a:pPr algn="ctr" indent="0" marL="0">
              <a:buNone/>
            </a:pPr>
            <a:r>
              <a:rPr lang="fr-FR" altLang="en-US" sz="920" dirty="0">
                <a:solidFill>
                  <a:srgbClr val="FFFFFF"/>
                </a:solidFill>
                <a:latin typeface="Arial" pitchFamily="34" charset="0"/>
                <a:ea typeface="Arial" pitchFamily="34" charset="-122"/>
                <a:cs typeface="Arial" pitchFamily="34" charset="-120"/>
              </a:rPr>
              <a:t>P</a:t>
            </a:r>
            <a:endParaRPr lang="fr-FR" sz="920" dirty="0"/>
          </a:p>
        </p:txBody>
      </p:sp>
      <p:sp>
        <p:nvSpPr>
          <p:cNvPr id="178" name="Text 176"/>
          <p:cNvSpPr/>
          <p:nvPr/>
        </p:nvSpPr>
        <p:spPr>
          <a:xfrm>
            <a:off x="603504" y="4023360"/>
            <a:ext cx="10881360" cy="228600"/>
          </a:xfrm>
          <a:prstGeom prst="rect">
            <a:avLst/>
          </a:prstGeom>
          <a:noFill/>
          <a:ln/>
        </p:spPr>
        <p:txBody>
          <a:bodyPr wrap="square" lIns="0" tIns="0" rIns="0" bIns="0" rtlCol="0" anchor="ctr">
            <a:normAutofit/>
          </a:bodyPr>
          <a:lstStyle/>
          <a:p>
            <a:pPr algn="l" indent="0" marL="0">
              <a:buNone/>
            </a:pPr>
            <a:r>
              <a:rPr lang="fr-FR" altLang="en-US" sz="1200" dirty="0">
                <a:solidFill>
                  <a:srgbClr val="5B6770"/>
                </a:solidFill>
                <a:latin typeface="Arial" pitchFamily="34" charset="0"/>
                <a:ea typeface="Arial" pitchFamily="34" charset="-122"/>
                <a:cs typeface="Arial" pitchFamily="34" charset="-120"/>
              </a:rPr>
              <a:t>X : réalisation     P : préparation / pilotage     E : vérification</a:t>
            </a:r>
            <a:endParaRPr lang="fr-FR" sz="1200" dirty="0"/>
          </a:p>
        </p:txBody>
      </p:sp>
      <p:sp>
        <p:nvSpPr>
          <p:cNvPr id="179" name="Shape 177"/>
          <p:cNvSpPr/>
          <p:nvPr/>
        </p:nvSpPr>
        <p:spPr>
          <a:xfrm>
            <a:off x="548640" y="4297680"/>
            <a:ext cx="3511296" cy="1005840"/>
          </a:xfrm>
          <a:prstGeom prst="rect">
            <a:avLst/>
          </a:prstGeom>
          <a:solidFill>
            <a:srgbClr val="F0F3F5"/>
          </a:solidFill>
          <a:ln w="5080">
            <a:solidFill>
              <a:srgbClr val="F0F3F5"/>
            </a:solidFill>
            <a:prstDash val="solid"/>
          </a:ln>
        </p:spPr>
      </p:sp>
      <p:sp>
        <p:nvSpPr>
          <p:cNvPr id="180" name="Text 178"/>
          <p:cNvSpPr/>
          <p:nvPr/>
        </p:nvSpPr>
        <p:spPr>
          <a:xfrm>
            <a:off x="667512" y="4407408"/>
            <a:ext cx="3273552" cy="256032"/>
          </a:xfrm>
          <a:prstGeom prst="rect">
            <a:avLst/>
          </a:prstGeom>
          <a:noFill/>
          <a:ln/>
        </p:spPr>
        <p:txBody>
          <a:bodyPr wrap="square" lIns="0" tIns="0" rIns="0" bIns="0" rtlCol="0" anchor="ctr">
            <a:normAutofit/>
          </a:bodyPr>
          <a:lstStyle/>
          <a:p>
            <a:pPr algn="l" indent="0" marL="0">
              <a:buNone/>
            </a:pPr>
            <a:r>
              <a:rPr lang="fr-FR" altLang="en-US" sz="1420" b="1" dirty="0">
                <a:solidFill>
                  <a:srgbClr val="203847"/>
                </a:solidFill>
                <a:latin typeface="Arial" pitchFamily="34" charset="0"/>
                <a:ea typeface="Arial" pitchFamily="34" charset="-122"/>
                <a:cs typeface="Arial" pitchFamily="34" charset="-120"/>
              </a:rPr>
              <a:t>Cadrage et conception</a:t>
            </a:r>
            <a:endParaRPr lang="fr-FR" sz="1420" dirty="0"/>
          </a:p>
        </p:txBody>
      </p:sp>
      <p:sp>
        <p:nvSpPr>
          <p:cNvPr id="181" name="Text 179"/>
          <p:cNvSpPr/>
          <p:nvPr/>
        </p:nvSpPr>
        <p:spPr>
          <a:xfrm>
            <a:off x="667512" y="4718304"/>
            <a:ext cx="3273552" cy="429768"/>
          </a:xfrm>
          <a:prstGeom prst="rect">
            <a:avLst/>
          </a:prstGeom>
          <a:noFill/>
          <a:ln/>
        </p:spPr>
        <p:txBody>
          <a:bodyPr wrap="square" lIns="0" tIns="0" rIns="0" bIns="0" rtlCol="0" anchor="ctr">
            <a:normAutofit/>
          </a:bodyPr>
          <a:lstStyle/>
          <a:p>
            <a:pPr algn="l" indent="0" marL="0">
              <a:buNone/>
            </a:pPr>
            <a:r>
              <a:rPr lang="fr-FR" altLang="en-US" sz="1240" dirty="0">
                <a:solidFill>
                  <a:srgbClr val="203847"/>
                </a:solidFill>
                <a:latin typeface="Arial" pitchFamily="34" charset="0"/>
                <a:ea typeface="Arial" pitchFamily="34" charset="-122"/>
                <a:cs typeface="Arial" pitchFamily="34" charset="-120"/>
              </a:rPr>
              <a:t>V1 : S4, périmètre et accord API.</a:t>
            </a:r>
            <a:endParaRPr lang="fr-FR" sz="1240" dirty="0"/>
          </a:p>
          <a:p>
            <a:pPr algn="l" indent="0" marL="0">
              <a:buNone/>
            </a:pPr>
            <a:r>
              <a:rPr lang="fr-FR" altLang="en-US" sz="1240" dirty="0">
                <a:solidFill>
                  <a:srgbClr val="203847"/>
                </a:solidFill>
                <a:latin typeface="Arial" pitchFamily="34" charset="0"/>
                <a:ea typeface="Arial" pitchFamily="34" charset="-122"/>
                <a:cs typeface="Arial" pitchFamily="34" charset="-120"/>
              </a:rPr>
              <a:t>V2 : S8, conception et tests.</a:t>
            </a:r>
            <a:endParaRPr lang="fr-FR" sz="1240" dirty="0"/>
          </a:p>
        </p:txBody>
      </p:sp>
      <p:sp>
        <p:nvSpPr>
          <p:cNvPr id="182" name="Shape 180"/>
          <p:cNvSpPr/>
          <p:nvPr/>
        </p:nvSpPr>
        <p:spPr>
          <a:xfrm>
            <a:off x="4334256" y="4297680"/>
            <a:ext cx="3511296" cy="1005840"/>
          </a:xfrm>
          <a:prstGeom prst="rect">
            <a:avLst/>
          </a:prstGeom>
          <a:solidFill>
            <a:srgbClr val="F0F3F5"/>
          </a:solidFill>
          <a:ln w="5080">
            <a:solidFill>
              <a:srgbClr val="F0F3F5"/>
            </a:solidFill>
            <a:prstDash val="solid"/>
          </a:ln>
        </p:spPr>
      </p:sp>
      <p:sp>
        <p:nvSpPr>
          <p:cNvPr id="183" name="Text 181"/>
          <p:cNvSpPr/>
          <p:nvPr/>
        </p:nvSpPr>
        <p:spPr>
          <a:xfrm>
            <a:off x="4453128" y="4407408"/>
            <a:ext cx="3273552" cy="256032"/>
          </a:xfrm>
          <a:prstGeom prst="rect">
            <a:avLst/>
          </a:prstGeom>
          <a:noFill/>
          <a:ln/>
        </p:spPr>
        <p:txBody>
          <a:bodyPr wrap="square" lIns="0" tIns="0" rIns="0" bIns="0" rtlCol="0" anchor="ctr">
            <a:normAutofit/>
          </a:bodyPr>
          <a:lstStyle/>
          <a:p>
            <a:pPr algn="l" indent="0" marL="0">
              <a:buNone/>
            </a:pPr>
            <a:r>
              <a:rPr lang="fr-FR" altLang="en-US" sz="1420" b="1" dirty="0">
                <a:solidFill>
                  <a:srgbClr val="203847"/>
                </a:solidFill>
                <a:latin typeface="Arial" pitchFamily="34" charset="0"/>
                <a:ea typeface="Arial" pitchFamily="34" charset="-122"/>
                <a:cs typeface="Arial" pitchFamily="34" charset="-120"/>
              </a:rPr>
              <a:t>Réalisation et qualification</a:t>
            </a:r>
            <a:endParaRPr lang="fr-FR" sz="1420" dirty="0"/>
          </a:p>
        </p:txBody>
      </p:sp>
      <p:sp>
        <p:nvSpPr>
          <p:cNvPr id="184" name="Text 182"/>
          <p:cNvSpPr/>
          <p:nvPr/>
        </p:nvSpPr>
        <p:spPr>
          <a:xfrm>
            <a:off x="4453128" y="4718304"/>
            <a:ext cx="3273552" cy="429768"/>
          </a:xfrm>
          <a:prstGeom prst="rect">
            <a:avLst/>
          </a:prstGeom>
          <a:noFill/>
          <a:ln/>
        </p:spPr>
        <p:txBody>
          <a:bodyPr wrap="square" lIns="0" tIns="0" rIns="0" bIns="0" rtlCol="0" anchor="ctr">
            <a:normAutofit/>
          </a:bodyPr>
          <a:lstStyle/>
          <a:p>
            <a:pPr algn="l" indent="0" marL="0">
              <a:buNone/>
            </a:pPr>
            <a:r>
              <a:rPr lang="fr-FR" altLang="en-US" sz="1240" dirty="0">
                <a:solidFill>
                  <a:srgbClr val="203847"/>
                </a:solidFill>
                <a:latin typeface="Arial" pitchFamily="34" charset="0"/>
                <a:ea typeface="Arial" pitchFamily="34" charset="-122"/>
                <a:cs typeface="Arial" pitchFamily="34" charset="-120"/>
              </a:rPr>
              <a:t>V3 : S14, version assemblable.</a:t>
            </a:r>
            <a:endParaRPr lang="fr-FR" sz="1240" dirty="0"/>
          </a:p>
          <a:p>
            <a:pPr algn="l" indent="0" marL="0">
              <a:buNone/>
            </a:pPr>
            <a:r>
              <a:rPr lang="fr-FR" altLang="en-US" sz="1240" dirty="0">
                <a:solidFill>
                  <a:srgbClr val="203847"/>
                </a:solidFill>
                <a:latin typeface="Arial" pitchFamily="34" charset="0"/>
                <a:ea typeface="Arial" pitchFamily="34" charset="-122"/>
                <a:cs typeface="Arial" pitchFamily="34" charset="-120"/>
              </a:rPr>
              <a:t>V4 : S20, qualification sans blocage.</a:t>
            </a:r>
            <a:endParaRPr lang="fr-FR" sz="1240" dirty="0"/>
          </a:p>
        </p:txBody>
      </p:sp>
      <p:sp>
        <p:nvSpPr>
          <p:cNvPr id="185" name="Shape 183"/>
          <p:cNvSpPr/>
          <p:nvPr/>
        </p:nvSpPr>
        <p:spPr>
          <a:xfrm>
            <a:off x="8119872" y="4297680"/>
            <a:ext cx="3511296" cy="1005840"/>
          </a:xfrm>
          <a:prstGeom prst="rect">
            <a:avLst/>
          </a:prstGeom>
          <a:solidFill>
            <a:srgbClr val="F0F3F5"/>
          </a:solidFill>
          <a:ln w="5080">
            <a:solidFill>
              <a:srgbClr val="F0F3F5"/>
            </a:solidFill>
            <a:prstDash val="solid"/>
          </a:ln>
        </p:spPr>
      </p:sp>
      <p:sp>
        <p:nvSpPr>
          <p:cNvPr id="186" name="Text 184"/>
          <p:cNvSpPr/>
          <p:nvPr/>
        </p:nvSpPr>
        <p:spPr>
          <a:xfrm>
            <a:off x="8238744" y="4407408"/>
            <a:ext cx="3273552" cy="256032"/>
          </a:xfrm>
          <a:prstGeom prst="rect">
            <a:avLst/>
          </a:prstGeom>
          <a:noFill/>
          <a:ln/>
        </p:spPr>
        <p:txBody>
          <a:bodyPr wrap="square" lIns="0" tIns="0" rIns="0" bIns="0" rtlCol="0" anchor="ctr">
            <a:normAutofit/>
          </a:bodyPr>
          <a:lstStyle/>
          <a:p>
            <a:pPr algn="l" indent="0" marL="0">
              <a:buNone/>
            </a:pPr>
            <a:r>
              <a:rPr lang="fr-FR" altLang="en-US" sz="1420" b="1" dirty="0">
                <a:solidFill>
                  <a:srgbClr val="203847"/>
                </a:solidFill>
                <a:latin typeface="Arial" pitchFamily="34" charset="0"/>
                <a:ea typeface="Arial" pitchFamily="34" charset="-122"/>
                <a:cs typeface="Arial" pitchFamily="34" charset="-120"/>
              </a:rPr>
              <a:t>Recette et mise en service</a:t>
            </a:r>
            <a:endParaRPr lang="fr-FR" sz="1420" dirty="0"/>
          </a:p>
        </p:txBody>
      </p:sp>
      <p:sp>
        <p:nvSpPr>
          <p:cNvPr id="187" name="Text 185"/>
          <p:cNvSpPr/>
          <p:nvPr/>
        </p:nvSpPr>
        <p:spPr>
          <a:xfrm>
            <a:off x="8238744" y="4718304"/>
            <a:ext cx="3273552" cy="429768"/>
          </a:xfrm>
          <a:prstGeom prst="rect">
            <a:avLst/>
          </a:prstGeom>
          <a:noFill/>
          <a:ln/>
        </p:spPr>
        <p:txBody>
          <a:bodyPr wrap="square" lIns="0" tIns="0" rIns="0" bIns="0" rtlCol="0" anchor="ctr">
            <a:normAutofit/>
          </a:bodyPr>
          <a:lstStyle/>
          <a:p>
            <a:pPr algn="l" indent="0" marL="0">
              <a:buNone/>
            </a:pPr>
            <a:r>
              <a:rPr lang="fr-FR" altLang="en-US" sz="1240" dirty="0">
                <a:solidFill>
                  <a:srgbClr val="203847"/>
                </a:solidFill>
                <a:latin typeface="Arial" pitchFamily="34" charset="0"/>
                <a:ea typeface="Arial" pitchFamily="34" charset="-122"/>
                <a:cs typeface="Arial" pitchFamily="34" charset="-120"/>
              </a:rPr>
              <a:t>V5 : S22, autorisation d’ouverture.</a:t>
            </a:r>
            <a:endParaRPr lang="fr-FR" sz="1240" dirty="0"/>
          </a:p>
          <a:p>
            <a:pPr algn="l" indent="0" marL="0">
              <a:buNone/>
            </a:pPr>
            <a:r>
              <a:rPr lang="fr-FR" altLang="en-US" sz="1240" dirty="0">
                <a:solidFill>
                  <a:srgbClr val="203847"/>
                </a:solidFill>
                <a:latin typeface="Arial" pitchFamily="34" charset="0"/>
                <a:ea typeface="Arial" pitchFamily="34" charset="-122"/>
                <a:cs typeface="Arial" pitchFamily="34" charset="-120"/>
              </a:rPr>
              <a:t>V6 : S24, transfert au support.</a:t>
            </a:r>
            <a:endParaRPr lang="fr-FR" sz="1240" dirty="0"/>
          </a:p>
        </p:txBody>
      </p:sp>
      <p:sp>
        <p:nvSpPr>
          <p:cNvPr id="188" name="Text 186"/>
          <p:cNvSpPr/>
          <p:nvPr/>
        </p:nvSpPr>
        <p:spPr>
          <a:xfrm>
            <a:off x="603504" y="5696712"/>
            <a:ext cx="10881360" cy="457200"/>
          </a:xfrm>
          <a:prstGeom prst="rect">
            <a:avLst/>
          </a:prstGeom>
          <a:noFill/>
          <a:ln/>
        </p:spPr>
        <p:txBody>
          <a:bodyPr wrap="square" lIns="0" tIns="0" rIns="0" bIns="0" rtlCol="0" anchor="ctr">
            <a:normAutofit/>
          </a:bodyPr>
          <a:lstStyle/>
          <a:p>
            <a:pPr algn="l" indent="0" marL="0">
              <a:buNone/>
            </a:pPr>
            <a:r>
              <a:rPr lang="fr-FR" altLang="en-US" sz="1450" b="1" dirty="0">
                <a:solidFill>
                  <a:srgbClr val="203847"/>
                </a:solidFill>
                <a:latin typeface="Arial" pitchFamily="34" charset="0"/>
                <a:ea typeface="Arial" pitchFamily="34" charset="-122"/>
                <a:cs typeface="Arial" pitchFamily="34" charset="-120"/>
              </a:rPr>
              <a:t>Un jalon non validé bloque la phase suivante. Dépendances et responsabilités : voir le Gantt du dossier.</a:t>
            </a:r>
            <a:endParaRPr lang="fr-FR" sz="14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347472"/>
            <a:ext cx="457200" cy="54864"/>
          </a:xfrm>
          <a:prstGeom prst="rect">
            <a:avLst/>
          </a:prstGeom>
          <a:solidFill>
            <a:srgbClr val="C52F3C"/>
          </a:solidFill>
          <a:ln w="8890">
            <a:solidFill>
              <a:srgbClr val="C52F3C"/>
            </a:solidFill>
            <a:prstDash val="solid"/>
          </a:ln>
        </p:spPr>
      </p:sp>
      <p:sp>
        <p:nvSpPr>
          <p:cNvPr id="3" name="Text 1"/>
          <p:cNvSpPr/>
          <p:nvPr/>
        </p:nvSpPr>
        <p:spPr>
          <a:xfrm>
            <a:off x="1124712" y="274320"/>
            <a:ext cx="9784080" cy="237744"/>
          </a:xfrm>
          <a:prstGeom prst="rect">
            <a:avLst/>
          </a:prstGeom>
          <a:solidFill>
            <a:srgbClr val="FFFFFF">
              <a:alpha val="0"/>
            </a:srgbClr>
          </a:solidFill>
          <a:ln>
            <a:solidFill>
              <a:srgbClr val="FFFFFF">
                <a:alpha val="0"/>
              </a:srgbClr>
            </a:solidFill>
          </a:ln>
        </p:spPr>
        <p:txBody>
          <a:bodyPr wrap="square" lIns="0" tIns="0" rIns="0" bIns="0" rtlCol="0" anchor="ctr">
            <a:normAutofit/>
          </a:bodyPr>
          <a:lstStyle/>
          <a:p>
            <a:pPr algn="l" indent="0" marL="0">
              <a:buNone/>
            </a:pPr>
            <a:r>
              <a:rPr lang="fr-FR" altLang="en-US" sz="1100" b="1" spc="130" kern="0" dirty="0">
                <a:solidFill>
                  <a:srgbClr val="5B6770"/>
                </a:solidFill>
                <a:latin typeface="Arial" pitchFamily="34" charset="0"/>
                <a:ea typeface="Arial" pitchFamily="34" charset="-122"/>
                <a:cs typeface="Arial" pitchFamily="34" charset="-120"/>
              </a:rPr>
              <a:t>CALENDRIER ET TRAÇABILITÉ</a:t>
            </a:r>
            <a:endParaRPr lang="fr-FR" sz="1100" dirty="0"/>
          </a:p>
        </p:txBody>
      </p:sp>
      <p:sp>
        <p:nvSpPr>
          <p:cNvPr id="4" name="Text 2"/>
          <p:cNvSpPr/>
          <p:nvPr/>
        </p:nvSpPr>
        <p:spPr>
          <a:xfrm>
            <a:off x="548640" y="822960"/>
            <a:ext cx="11064240" cy="557784"/>
          </a:xfrm>
          <a:prstGeom prst="rect">
            <a:avLst/>
          </a:prstGeom>
          <a:solidFill>
            <a:srgbClr val="FFFFFF">
              <a:alpha val="0"/>
            </a:srgbClr>
          </a:solidFill>
          <a:ln>
            <a:solidFill>
              <a:srgbClr val="FFFFFF">
                <a:alpha val="0"/>
              </a:srgbClr>
            </a:solidFill>
          </a:ln>
        </p:spPr>
        <p:txBody>
          <a:bodyPr wrap="square" lIns="0" tIns="0" rIns="0" bIns="0" rtlCol="0" anchor="ctr">
            <a:normAutofit/>
          </a:bodyPr>
          <a:lstStyle/>
          <a:p>
            <a:pPr algn="l" indent="0" marL="0">
              <a:buNone/>
            </a:pPr>
            <a:r>
              <a:rPr lang="fr-FR" altLang="en-US" sz="3000" b="1" dirty="0">
                <a:solidFill>
                  <a:srgbClr val="203847"/>
                </a:solidFill>
                <a:latin typeface="Arial" pitchFamily="34" charset="0"/>
                <a:ea typeface="Arial" pitchFamily="34" charset="-122"/>
                <a:cs typeface="Arial" pitchFamily="34" charset="-120"/>
              </a:rPr>
              <a:t>Préparer tôt, exécuter dans l'ordre du V</a:t>
            </a:r>
            <a:endParaRPr lang="fr-FR" sz="3000" dirty="0"/>
          </a:p>
        </p:txBody>
      </p:sp>
      <p:sp>
        <p:nvSpPr>
          <p:cNvPr id="5" name="Shape 3"/>
          <p:cNvSpPr/>
          <p:nvPr/>
        </p:nvSpPr>
        <p:spPr>
          <a:xfrm>
            <a:off x="548640" y="6437376"/>
            <a:ext cx="11082528" cy="0"/>
          </a:xfrm>
          <a:prstGeom prst="line">
            <a:avLst/>
          </a:prstGeom>
          <a:solidFill>
            <a:srgbClr val="FFFFFF">
              <a:alpha val="0"/>
            </a:srgbClr>
          </a:solidFill>
          <a:ln w="19050">
            <a:solidFill>
              <a:srgbClr val="DCE2E6"/>
            </a:solidFill>
            <a:prstDash val="solid"/>
          </a:ln>
        </p:spPr>
      </p:sp>
      <p:sp>
        <p:nvSpPr>
          <p:cNvPr id="6" name="Text 4"/>
          <p:cNvSpPr/>
          <p:nvPr/>
        </p:nvSpPr>
        <p:spPr>
          <a:xfrm>
            <a:off x="548640" y="6510528"/>
            <a:ext cx="10424160" cy="182880"/>
          </a:xfrm>
          <a:prstGeom prst="rect">
            <a:avLst/>
          </a:prstGeom>
          <a:solidFill>
            <a:srgbClr val="FFFFFF">
              <a:alpha val="0"/>
            </a:srgbClr>
          </a:solidFill>
          <a:ln>
            <a:solidFill>
              <a:srgbClr val="FFFFFF">
                <a:alpha val="0"/>
              </a:srgbClr>
            </a:solidFill>
          </a:ln>
        </p:spPr>
        <p:txBody>
          <a:bodyPr wrap="square" lIns="0" tIns="0" rIns="0" bIns="0" rtlCol="0" anchor="ctr">
            <a:normAutofit/>
          </a:bodyPr>
          <a:lstStyle/>
          <a:p>
            <a:pPr algn="l" indent="0" marL="0">
              <a:buNone/>
            </a:pPr>
            <a:r>
              <a:rPr lang="fr-FR" altLang="en-US" sz="900" dirty="0">
                <a:solidFill>
                  <a:srgbClr val="5B6770"/>
                </a:solidFill>
                <a:latin typeface="Arial" pitchFamily="34" charset="0"/>
                <a:ea typeface="Arial" pitchFamily="34" charset="-122"/>
                <a:cs typeface="Arial" pitchFamily="34" charset="-120"/>
              </a:rPr>
              <a:t>Verisure | RGPD-01 | Mise en œuvre</a:t>
            </a:r>
            <a:endParaRPr lang="fr-FR" sz="900" dirty="0"/>
          </a:p>
        </p:txBody>
      </p:sp>
      <p:sp>
        <p:nvSpPr>
          <p:cNvPr id="7" name="Text 5"/>
          <p:cNvSpPr/>
          <p:nvPr/>
        </p:nvSpPr>
        <p:spPr>
          <a:xfrm>
            <a:off x="11137392" y="6492240"/>
            <a:ext cx="502920" cy="201168"/>
          </a:xfrm>
          <a:prstGeom prst="rect">
            <a:avLst/>
          </a:prstGeom>
          <a:solidFill>
            <a:srgbClr val="FFFFFF">
              <a:alpha val="0"/>
            </a:srgbClr>
          </a:solidFill>
          <a:ln>
            <a:solidFill>
              <a:srgbClr val="FFFFFF">
                <a:alpha val="0"/>
              </a:srgbClr>
            </a:solidFill>
          </a:ln>
        </p:spPr>
        <p:txBody>
          <a:bodyPr wrap="square" lIns="0" tIns="0" rIns="0" bIns="0" rtlCol="0" anchor="ctr">
            <a:normAutofit/>
          </a:bodyPr>
          <a:lstStyle/>
          <a:p>
            <a:pPr algn="r" indent="0" marL="0">
              <a:buNone/>
            </a:pPr>
            <a:r>
              <a:rPr lang="fr-FR" altLang="en-US" sz="1000" dirty="0">
                <a:solidFill>
                  <a:srgbClr val="5B6770"/>
                </a:solidFill>
                <a:latin typeface="Arial" pitchFamily="34" charset="0"/>
                <a:ea typeface="Arial" pitchFamily="34" charset="-122"/>
                <a:cs typeface="Arial" pitchFamily="34" charset="-120"/>
              </a:rPr>
              <a:t>8</a:t>
            </a:r>
            <a:endParaRPr lang="fr-FR" sz="1000" dirty="0"/>
          </a:p>
        </p:txBody>
      </p:sp>
      <p:sp>
        <p:nvSpPr>
          <p:cNvPr id="8" name="Shape 6"/>
          <p:cNvSpPr/>
          <p:nvPr/>
        </p:nvSpPr>
        <p:spPr>
          <a:xfrm>
            <a:off x="548640" y="1719072"/>
            <a:ext cx="1417320" cy="411480"/>
          </a:xfrm>
          <a:prstGeom prst="rect">
            <a:avLst/>
          </a:prstGeom>
          <a:solidFill>
            <a:srgbClr val="203847"/>
          </a:solidFill>
          <a:ln w="8890">
            <a:solidFill>
              <a:srgbClr val="203847"/>
            </a:solidFill>
            <a:prstDash val="solid"/>
          </a:ln>
        </p:spPr>
      </p:sp>
      <p:sp>
        <p:nvSpPr>
          <p:cNvPr id="9" name="Text 7"/>
          <p:cNvSpPr/>
          <p:nvPr/>
        </p:nvSpPr>
        <p:spPr>
          <a:xfrm>
            <a:off x="640080" y="1792224"/>
            <a:ext cx="1234440" cy="265176"/>
          </a:xfrm>
          <a:prstGeom prst="rect">
            <a:avLst/>
          </a:prstGeom>
          <a:solidFill>
            <a:srgbClr val="FFFFFF">
              <a:alpha val="0"/>
            </a:srgbClr>
          </a:solidFill>
          <a:ln>
            <a:solidFill>
              <a:srgbClr val="FFFFFF">
                <a:alpha val="0"/>
              </a:srgbClr>
            </a:solidFill>
          </a:ln>
        </p:spPr>
        <p:txBody>
          <a:bodyPr wrap="square" lIns="0" tIns="0" rIns="0" bIns="0" rtlCol="0" anchor="ctr">
            <a:normAutofit/>
          </a:bodyPr>
          <a:lstStyle/>
          <a:p>
            <a:pPr algn="l" indent="0" marL="0">
              <a:buNone/>
            </a:pPr>
            <a:r>
              <a:rPr lang="fr-FR" altLang="en-US" sz="1600" b="1" dirty="0">
                <a:solidFill>
                  <a:srgbClr val="FFFFFF"/>
                </a:solidFill>
                <a:latin typeface="Arial" pitchFamily="34" charset="0"/>
                <a:ea typeface="Arial" pitchFamily="34" charset="-122"/>
                <a:cs typeface="Arial" pitchFamily="34" charset="-120"/>
              </a:rPr>
              <a:t>Test</a:t>
            </a:r>
            <a:endParaRPr lang="fr-FR" sz="1600" dirty="0"/>
          </a:p>
        </p:txBody>
      </p:sp>
      <p:sp>
        <p:nvSpPr>
          <p:cNvPr id="10" name="Shape 8"/>
          <p:cNvSpPr/>
          <p:nvPr/>
        </p:nvSpPr>
        <p:spPr>
          <a:xfrm>
            <a:off x="1965960" y="1719072"/>
            <a:ext cx="3849624" cy="411480"/>
          </a:xfrm>
          <a:prstGeom prst="rect">
            <a:avLst/>
          </a:prstGeom>
          <a:solidFill>
            <a:srgbClr val="203847"/>
          </a:solidFill>
          <a:ln w="8890">
            <a:solidFill>
              <a:srgbClr val="203847"/>
            </a:solidFill>
            <a:prstDash val="solid"/>
          </a:ln>
        </p:spPr>
      </p:sp>
      <p:sp>
        <p:nvSpPr>
          <p:cNvPr id="11" name="Text 9"/>
          <p:cNvSpPr/>
          <p:nvPr/>
        </p:nvSpPr>
        <p:spPr>
          <a:xfrm>
            <a:off x="2057400" y="1792224"/>
            <a:ext cx="3666744" cy="265176"/>
          </a:xfrm>
          <a:prstGeom prst="rect">
            <a:avLst/>
          </a:prstGeom>
          <a:solidFill>
            <a:srgbClr val="FFFFFF">
              <a:alpha val="0"/>
            </a:srgbClr>
          </a:solidFill>
          <a:ln>
            <a:solidFill>
              <a:srgbClr val="FFFFFF">
                <a:alpha val="0"/>
              </a:srgbClr>
            </a:solidFill>
          </a:ln>
        </p:spPr>
        <p:txBody>
          <a:bodyPr wrap="square" lIns="0" tIns="0" rIns="0" bIns="0" rtlCol="0" anchor="ctr">
            <a:normAutofit/>
          </a:bodyPr>
          <a:lstStyle/>
          <a:p>
            <a:pPr algn="l" indent="0" marL="0">
              <a:buNone/>
            </a:pPr>
            <a:r>
              <a:rPr lang="fr-FR" altLang="en-US" sz="1600" b="1" dirty="0">
                <a:solidFill>
                  <a:srgbClr val="FFFFFF"/>
                </a:solidFill>
                <a:latin typeface="Arial" pitchFamily="34" charset="0"/>
                <a:ea typeface="Arial" pitchFamily="34" charset="-122"/>
                <a:cs typeface="Arial" pitchFamily="34" charset="-120"/>
              </a:rPr>
              <a:t>Niveau</a:t>
            </a:r>
            <a:endParaRPr lang="fr-FR" sz="1600" dirty="0"/>
          </a:p>
        </p:txBody>
      </p:sp>
      <p:sp>
        <p:nvSpPr>
          <p:cNvPr id="12" name="Shape 10"/>
          <p:cNvSpPr/>
          <p:nvPr/>
        </p:nvSpPr>
        <p:spPr>
          <a:xfrm>
            <a:off x="5815584" y="1719072"/>
            <a:ext cx="1956816" cy="411480"/>
          </a:xfrm>
          <a:prstGeom prst="rect">
            <a:avLst/>
          </a:prstGeom>
          <a:solidFill>
            <a:srgbClr val="203847"/>
          </a:solidFill>
          <a:ln w="8890">
            <a:solidFill>
              <a:srgbClr val="203847"/>
            </a:solidFill>
            <a:prstDash val="solid"/>
          </a:ln>
        </p:spPr>
      </p:sp>
      <p:sp>
        <p:nvSpPr>
          <p:cNvPr id="13" name="Text 11"/>
          <p:cNvSpPr/>
          <p:nvPr/>
        </p:nvSpPr>
        <p:spPr>
          <a:xfrm>
            <a:off x="5907024" y="1792224"/>
            <a:ext cx="1773936" cy="265176"/>
          </a:xfrm>
          <a:prstGeom prst="rect">
            <a:avLst/>
          </a:prstGeom>
          <a:solidFill>
            <a:srgbClr val="FFFFFF">
              <a:alpha val="0"/>
            </a:srgbClr>
          </a:solidFill>
          <a:ln>
            <a:solidFill>
              <a:srgbClr val="FFFFFF">
                <a:alpha val="0"/>
              </a:srgbClr>
            </a:solidFill>
          </a:ln>
        </p:spPr>
        <p:txBody>
          <a:bodyPr wrap="square" lIns="0" tIns="0" rIns="0" bIns="0" rtlCol="0" anchor="ctr">
            <a:normAutofit/>
          </a:bodyPr>
          <a:lstStyle/>
          <a:p>
            <a:pPr algn="l" indent="0" marL="0">
              <a:buNone/>
            </a:pPr>
            <a:r>
              <a:rPr lang="fr-FR" altLang="en-US" sz="1600" b="1" dirty="0">
                <a:solidFill>
                  <a:srgbClr val="FFFFFF"/>
                </a:solidFill>
                <a:latin typeface="Arial" pitchFamily="34" charset="0"/>
                <a:ea typeface="Arial" pitchFamily="34" charset="-122"/>
                <a:cs typeface="Arial" pitchFamily="34" charset="-120"/>
              </a:rPr>
              <a:t>Critères</a:t>
            </a:r>
            <a:endParaRPr lang="fr-FR" sz="1600" dirty="0"/>
          </a:p>
        </p:txBody>
      </p:sp>
      <p:sp>
        <p:nvSpPr>
          <p:cNvPr id="14" name="Shape 12"/>
          <p:cNvSpPr/>
          <p:nvPr/>
        </p:nvSpPr>
        <p:spPr>
          <a:xfrm>
            <a:off x="7772400" y="1719072"/>
            <a:ext cx="1901952" cy="411480"/>
          </a:xfrm>
          <a:prstGeom prst="rect">
            <a:avLst/>
          </a:prstGeom>
          <a:solidFill>
            <a:srgbClr val="203847"/>
          </a:solidFill>
          <a:ln w="8890">
            <a:solidFill>
              <a:srgbClr val="203847"/>
            </a:solidFill>
            <a:prstDash val="solid"/>
          </a:ln>
        </p:spPr>
      </p:sp>
      <p:sp>
        <p:nvSpPr>
          <p:cNvPr id="15" name="Text 13"/>
          <p:cNvSpPr/>
          <p:nvPr/>
        </p:nvSpPr>
        <p:spPr>
          <a:xfrm>
            <a:off x="7863840" y="1792224"/>
            <a:ext cx="1719072" cy="265176"/>
          </a:xfrm>
          <a:prstGeom prst="rect">
            <a:avLst/>
          </a:prstGeom>
          <a:solidFill>
            <a:srgbClr val="FFFFFF">
              <a:alpha val="0"/>
            </a:srgbClr>
          </a:solidFill>
          <a:ln>
            <a:solidFill>
              <a:srgbClr val="FFFFFF">
                <a:alpha val="0"/>
              </a:srgbClr>
            </a:solidFill>
          </a:ln>
        </p:spPr>
        <p:txBody>
          <a:bodyPr wrap="square" lIns="0" tIns="0" rIns="0" bIns="0" rtlCol="0" anchor="ctr">
            <a:normAutofit/>
          </a:bodyPr>
          <a:lstStyle/>
          <a:p>
            <a:pPr algn="l" indent="0" marL="0">
              <a:buNone/>
            </a:pPr>
            <a:r>
              <a:rPr lang="fr-FR" altLang="en-US" sz="1600" b="1" dirty="0">
                <a:solidFill>
                  <a:srgbClr val="FFFFFF"/>
                </a:solidFill>
                <a:latin typeface="Arial" pitchFamily="34" charset="0"/>
                <a:ea typeface="Arial" pitchFamily="34" charset="-122"/>
                <a:cs typeface="Arial" pitchFamily="34" charset="-120"/>
              </a:rPr>
              <a:t>Préparation</a:t>
            </a:r>
            <a:endParaRPr lang="fr-FR" sz="1600" dirty="0"/>
          </a:p>
        </p:txBody>
      </p:sp>
      <p:sp>
        <p:nvSpPr>
          <p:cNvPr id="16" name="Shape 14"/>
          <p:cNvSpPr/>
          <p:nvPr/>
        </p:nvSpPr>
        <p:spPr>
          <a:xfrm>
            <a:off x="9674352" y="1719072"/>
            <a:ext cx="1956816" cy="411480"/>
          </a:xfrm>
          <a:prstGeom prst="rect">
            <a:avLst/>
          </a:prstGeom>
          <a:solidFill>
            <a:srgbClr val="203847"/>
          </a:solidFill>
          <a:ln w="8890">
            <a:solidFill>
              <a:srgbClr val="203847"/>
            </a:solidFill>
            <a:prstDash val="solid"/>
          </a:ln>
        </p:spPr>
      </p:sp>
      <p:sp>
        <p:nvSpPr>
          <p:cNvPr id="17" name="Text 15"/>
          <p:cNvSpPr/>
          <p:nvPr/>
        </p:nvSpPr>
        <p:spPr>
          <a:xfrm>
            <a:off x="9765792" y="1792224"/>
            <a:ext cx="1773936" cy="265176"/>
          </a:xfrm>
          <a:prstGeom prst="rect">
            <a:avLst/>
          </a:prstGeom>
          <a:solidFill>
            <a:srgbClr val="FFFFFF">
              <a:alpha val="0"/>
            </a:srgbClr>
          </a:solidFill>
          <a:ln>
            <a:solidFill>
              <a:srgbClr val="FFFFFF">
                <a:alpha val="0"/>
              </a:srgbClr>
            </a:solidFill>
          </a:ln>
        </p:spPr>
        <p:txBody>
          <a:bodyPr wrap="square" lIns="0" tIns="0" rIns="0" bIns="0" rtlCol="0" anchor="ctr">
            <a:normAutofit/>
          </a:bodyPr>
          <a:lstStyle/>
          <a:p>
            <a:pPr algn="l" indent="0" marL="0">
              <a:buNone/>
            </a:pPr>
            <a:r>
              <a:rPr lang="fr-FR" altLang="en-US" sz="1600" b="1" dirty="0">
                <a:solidFill>
                  <a:srgbClr val="FFFFFF"/>
                </a:solidFill>
                <a:latin typeface="Arial" pitchFamily="34" charset="0"/>
                <a:ea typeface="Arial" pitchFamily="34" charset="-122"/>
                <a:cs typeface="Arial" pitchFamily="34" charset="-120"/>
              </a:rPr>
              <a:t>Exécution</a:t>
            </a:r>
            <a:endParaRPr lang="fr-FR" sz="1600" dirty="0"/>
          </a:p>
        </p:txBody>
      </p:sp>
      <p:sp>
        <p:nvSpPr>
          <p:cNvPr id="18" name="Shape 16"/>
          <p:cNvSpPr/>
          <p:nvPr/>
        </p:nvSpPr>
        <p:spPr>
          <a:xfrm>
            <a:off x="548640" y="2176272"/>
            <a:ext cx="1417320" cy="370332"/>
          </a:xfrm>
          <a:prstGeom prst="rect">
            <a:avLst/>
          </a:prstGeom>
          <a:solidFill>
            <a:srgbClr val="F0F3F5"/>
          </a:solidFill>
          <a:ln w="8890">
            <a:solidFill>
              <a:srgbClr val="F0F3F5"/>
            </a:solidFill>
            <a:prstDash val="solid"/>
          </a:ln>
        </p:spPr>
      </p:sp>
      <p:sp>
        <p:nvSpPr>
          <p:cNvPr id="19" name="Text 17"/>
          <p:cNvSpPr/>
          <p:nvPr/>
        </p:nvSpPr>
        <p:spPr>
          <a:xfrm>
            <a:off x="640080" y="2231136"/>
            <a:ext cx="1234440" cy="274320"/>
          </a:xfrm>
          <a:prstGeom prst="rect">
            <a:avLst/>
          </a:prstGeom>
          <a:solidFill>
            <a:srgbClr val="FFFFFF">
              <a:alpha val="0"/>
            </a:srgbClr>
          </a:solidFill>
          <a:ln>
            <a:solidFill>
              <a:srgbClr val="FFFFFF">
                <a:alpha val="0"/>
              </a:srgbClr>
            </a:solidFill>
          </a:ln>
        </p:spPr>
        <p:txBody>
          <a:bodyPr wrap="square" lIns="0" tIns="0" rIns="0" bIns="0" rtlCol="0" anchor="ctr">
            <a:normAutofit/>
          </a:bodyPr>
          <a:lstStyle/>
          <a:p>
            <a:pPr algn="l" indent="0" marL="0">
              <a:buNone/>
            </a:pPr>
            <a:r>
              <a:rPr lang="fr-FR" altLang="en-US" sz="1600" dirty="0">
                <a:solidFill>
                  <a:srgbClr val="203847"/>
                </a:solidFill>
                <a:latin typeface="Arial" pitchFamily="34" charset="0"/>
                <a:ea typeface="Arial" pitchFamily="34" charset="-122"/>
                <a:cs typeface="Arial" pitchFamily="34" charset="-120"/>
              </a:rPr>
              <a:t>TU-01</a:t>
            </a:r>
            <a:endParaRPr lang="fr-FR" sz="1600" dirty="0"/>
          </a:p>
        </p:txBody>
      </p:sp>
      <p:sp>
        <p:nvSpPr>
          <p:cNvPr id="20" name="Shape 18"/>
          <p:cNvSpPr/>
          <p:nvPr/>
        </p:nvSpPr>
        <p:spPr>
          <a:xfrm>
            <a:off x="1965960" y="2176272"/>
            <a:ext cx="3849624" cy="370332"/>
          </a:xfrm>
          <a:prstGeom prst="rect">
            <a:avLst/>
          </a:prstGeom>
          <a:solidFill>
            <a:srgbClr val="F0F3F5"/>
          </a:solidFill>
          <a:ln w="8890">
            <a:solidFill>
              <a:srgbClr val="F0F3F5"/>
            </a:solidFill>
            <a:prstDash val="solid"/>
          </a:ln>
        </p:spPr>
      </p:sp>
      <p:sp>
        <p:nvSpPr>
          <p:cNvPr id="21" name="Text 19"/>
          <p:cNvSpPr/>
          <p:nvPr/>
        </p:nvSpPr>
        <p:spPr>
          <a:xfrm>
            <a:off x="2057400" y="2231136"/>
            <a:ext cx="3666744" cy="274320"/>
          </a:xfrm>
          <a:prstGeom prst="rect">
            <a:avLst/>
          </a:prstGeom>
          <a:solidFill>
            <a:srgbClr val="FFFFFF">
              <a:alpha val="0"/>
            </a:srgbClr>
          </a:solidFill>
          <a:ln>
            <a:solidFill>
              <a:srgbClr val="FFFFFF">
                <a:alpha val="0"/>
              </a:srgbClr>
            </a:solidFill>
          </a:ln>
        </p:spPr>
        <p:txBody>
          <a:bodyPr wrap="square" lIns="0" tIns="0" rIns="0" bIns="0" rtlCol="0" anchor="ctr">
            <a:normAutofit/>
          </a:bodyPr>
          <a:lstStyle/>
          <a:p>
            <a:pPr algn="l" indent="0" marL="0">
              <a:buNone/>
            </a:pPr>
            <a:r>
              <a:rPr lang="fr-FR" altLang="en-US" sz="1600" dirty="0">
                <a:solidFill>
                  <a:srgbClr val="203847"/>
                </a:solidFill>
                <a:latin typeface="Arial" pitchFamily="34" charset="0"/>
                <a:ea typeface="Arial" pitchFamily="34" charset="-122"/>
                <a:cs typeface="Arial" pitchFamily="34" charset="-120"/>
              </a:rPr>
              <a:t>Unitaire</a:t>
            </a:r>
            <a:endParaRPr lang="fr-FR" sz="1600" dirty="0"/>
          </a:p>
        </p:txBody>
      </p:sp>
      <p:sp>
        <p:nvSpPr>
          <p:cNvPr id="22" name="Shape 20"/>
          <p:cNvSpPr/>
          <p:nvPr/>
        </p:nvSpPr>
        <p:spPr>
          <a:xfrm>
            <a:off x="5815584" y="2176272"/>
            <a:ext cx="1956816" cy="370332"/>
          </a:xfrm>
          <a:prstGeom prst="rect">
            <a:avLst/>
          </a:prstGeom>
          <a:solidFill>
            <a:srgbClr val="F0F3F5"/>
          </a:solidFill>
          <a:ln w="8890">
            <a:solidFill>
              <a:srgbClr val="F0F3F5"/>
            </a:solidFill>
            <a:prstDash val="solid"/>
          </a:ln>
        </p:spPr>
      </p:sp>
      <p:sp>
        <p:nvSpPr>
          <p:cNvPr id="23" name="Text 21"/>
          <p:cNvSpPr/>
          <p:nvPr/>
        </p:nvSpPr>
        <p:spPr>
          <a:xfrm>
            <a:off x="5907024" y="2231136"/>
            <a:ext cx="1773936" cy="274320"/>
          </a:xfrm>
          <a:prstGeom prst="rect">
            <a:avLst/>
          </a:prstGeom>
          <a:solidFill>
            <a:srgbClr val="FFFFFF">
              <a:alpha val="0"/>
            </a:srgbClr>
          </a:solidFill>
          <a:ln>
            <a:solidFill>
              <a:srgbClr val="FFFFFF">
                <a:alpha val="0"/>
              </a:srgbClr>
            </a:solidFill>
          </a:ln>
        </p:spPr>
        <p:txBody>
          <a:bodyPr wrap="square" lIns="0" tIns="0" rIns="0" bIns="0" rtlCol="0" anchor="ctr">
            <a:normAutofit/>
          </a:bodyPr>
          <a:lstStyle/>
          <a:p>
            <a:pPr algn="l" indent="0" marL="0">
              <a:buNone/>
            </a:pPr>
            <a:r>
              <a:rPr lang="fr-FR" altLang="en-US" sz="1600" dirty="0">
                <a:solidFill>
                  <a:srgbClr val="203847"/>
                </a:solidFill>
                <a:latin typeface="Arial" pitchFamily="34" charset="0"/>
                <a:ea typeface="Arial" pitchFamily="34" charset="-122"/>
                <a:cs typeface="Arial" pitchFamily="34" charset="-120"/>
              </a:rPr>
              <a:t>C1</a:t>
            </a:r>
            <a:endParaRPr lang="fr-FR" sz="1600" dirty="0"/>
          </a:p>
        </p:txBody>
      </p:sp>
      <p:sp>
        <p:nvSpPr>
          <p:cNvPr id="24" name="Shape 22"/>
          <p:cNvSpPr/>
          <p:nvPr/>
        </p:nvSpPr>
        <p:spPr>
          <a:xfrm>
            <a:off x="7772400" y="2176272"/>
            <a:ext cx="1901952" cy="370332"/>
          </a:xfrm>
          <a:prstGeom prst="rect">
            <a:avLst/>
          </a:prstGeom>
          <a:solidFill>
            <a:srgbClr val="F0F3F5"/>
          </a:solidFill>
          <a:ln w="8890">
            <a:solidFill>
              <a:srgbClr val="F0F3F5"/>
            </a:solidFill>
            <a:prstDash val="solid"/>
          </a:ln>
        </p:spPr>
      </p:sp>
      <p:sp>
        <p:nvSpPr>
          <p:cNvPr id="25" name="Text 23"/>
          <p:cNvSpPr/>
          <p:nvPr/>
        </p:nvSpPr>
        <p:spPr>
          <a:xfrm>
            <a:off x="7863840" y="2231136"/>
            <a:ext cx="1719072" cy="274320"/>
          </a:xfrm>
          <a:prstGeom prst="rect">
            <a:avLst/>
          </a:prstGeom>
          <a:solidFill>
            <a:srgbClr val="FFFFFF">
              <a:alpha val="0"/>
            </a:srgbClr>
          </a:solidFill>
          <a:ln>
            <a:solidFill>
              <a:srgbClr val="FFFFFF">
                <a:alpha val="0"/>
              </a:srgbClr>
            </a:solidFill>
          </a:ln>
        </p:spPr>
        <p:txBody>
          <a:bodyPr wrap="square" lIns="0" tIns="0" rIns="0" bIns="0" rtlCol="0" anchor="ctr">
            <a:normAutofit/>
          </a:bodyPr>
          <a:lstStyle/>
          <a:p>
            <a:pPr algn="l" indent="0" marL="0">
              <a:buNone/>
            </a:pPr>
            <a:r>
              <a:rPr lang="fr-FR" altLang="en-US" sz="1600" b="1" dirty="0">
                <a:solidFill>
                  <a:srgbClr val="203847"/>
                </a:solidFill>
                <a:latin typeface="Arial" pitchFamily="34" charset="0"/>
                <a:ea typeface="Arial" pitchFamily="34" charset="-122"/>
                <a:cs typeface="Arial" pitchFamily="34" charset="-120"/>
              </a:rPr>
              <a:t>S7-S8</a:t>
            </a:r>
            <a:endParaRPr lang="fr-FR" sz="1600" dirty="0"/>
          </a:p>
        </p:txBody>
      </p:sp>
      <p:sp>
        <p:nvSpPr>
          <p:cNvPr id="26" name="Shape 24"/>
          <p:cNvSpPr/>
          <p:nvPr/>
        </p:nvSpPr>
        <p:spPr>
          <a:xfrm>
            <a:off x="9674352" y="2176272"/>
            <a:ext cx="1956816" cy="370332"/>
          </a:xfrm>
          <a:prstGeom prst="rect">
            <a:avLst/>
          </a:prstGeom>
          <a:solidFill>
            <a:srgbClr val="F0F3F5"/>
          </a:solidFill>
          <a:ln w="8890">
            <a:solidFill>
              <a:srgbClr val="F0F3F5"/>
            </a:solidFill>
            <a:prstDash val="solid"/>
          </a:ln>
        </p:spPr>
      </p:sp>
      <p:sp>
        <p:nvSpPr>
          <p:cNvPr id="27" name="Text 25"/>
          <p:cNvSpPr/>
          <p:nvPr/>
        </p:nvSpPr>
        <p:spPr>
          <a:xfrm>
            <a:off x="9765792" y="2231136"/>
            <a:ext cx="1773936" cy="274320"/>
          </a:xfrm>
          <a:prstGeom prst="rect">
            <a:avLst/>
          </a:prstGeom>
          <a:solidFill>
            <a:srgbClr val="FFFFFF">
              <a:alpha val="0"/>
            </a:srgbClr>
          </a:solidFill>
          <a:ln>
            <a:solidFill>
              <a:srgbClr val="FFFFFF">
                <a:alpha val="0"/>
              </a:srgbClr>
            </a:solidFill>
          </a:ln>
        </p:spPr>
        <p:txBody>
          <a:bodyPr wrap="square" lIns="0" tIns="0" rIns="0" bIns="0" rtlCol="0" anchor="ctr">
            <a:normAutofit/>
          </a:bodyPr>
          <a:lstStyle/>
          <a:p>
            <a:pPr algn="l" indent="0" marL="0">
              <a:buNone/>
            </a:pPr>
            <a:r>
              <a:rPr lang="fr-FR" altLang="en-US" sz="1600" b="1" dirty="0">
                <a:solidFill>
                  <a:srgbClr val="C52F3C"/>
                </a:solidFill>
                <a:latin typeface="Arial" pitchFamily="34" charset="0"/>
                <a:ea typeface="Arial" pitchFamily="34" charset="-122"/>
                <a:cs typeface="Arial" pitchFamily="34" charset="-120"/>
              </a:rPr>
              <a:t>S11-S14</a:t>
            </a:r>
            <a:endParaRPr lang="fr-FR" sz="1600" dirty="0"/>
          </a:p>
        </p:txBody>
      </p:sp>
      <p:sp>
        <p:nvSpPr>
          <p:cNvPr id="28" name="Shape 26"/>
          <p:cNvSpPr/>
          <p:nvPr/>
        </p:nvSpPr>
        <p:spPr>
          <a:xfrm>
            <a:off x="548640" y="2569464"/>
            <a:ext cx="1417320" cy="370332"/>
          </a:xfrm>
          <a:prstGeom prst="rect">
            <a:avLst/>
          </a:prstGeom>
          <a:solidFill>
            <a:srgbClr val="FFFFFF"/>
          </a:solidFill>
          <a:ln w="8890">
            <a:solidFill>
              <a:srgbClr val="FFFFFF"/>
            </a:solidFill>
            <a:prstDash val="solid"/>
          </a:ln>
        </p:spPr>
      </p:sp>
      <p:sp>
        <p:nvSpPr>
          <p:cNvPr id="29" name="Text 27"/>
          <p:cNvSpPr/>
          <p:nvPr/>
        </p:nvSpPr>
        <p:spPr>
          <a:xfrm>
            <a:off x="640080" y="2624328"/>
            <a:ext cx="1234440" cy="274320"/>
          </a:xfrm>
          <a:prstGeom prst="rect">
            <a:avLst/>
          </a:prstGeom>
          <a:solidFill>
            <a:srgbClr val="FFFFFF">
              <a:alpha val="0"/>
            </a:srgbClr>
          </a:solidFill>
          <a:ln>
            <a:solidFill>
              <a:srgbClr val="FFFFFF">
                <a:alpha val="0"/>
              </a:srgbClr>
            </a:solidFill>
          </a:ln>
        </p:spPr>
        <p:txBody>
          <a:bodyPr wrap="square" lIns="0" tIns="0" rIns="0" bIns="0" rtlCol="0" anchor="ctr">
            <a:normAutofit/>
          </a:bodyPr>
          <a:lstStyle/>
          <a:p>
            <a:pPr algn="l" indent="0" marL="0">
              <a:buNone/>
            </a:pPr>
            <a:r>
              <a:rPr lang="fr-FR" altLang="en-US" sz="1600" dirty="0">
                <a:solidFill>
                  <a:srgbClr val="203847"/>
                </a:solidFill>
                <a:latin typeface="Arial" pitchFamily="34" charset="0"/>
                <a:ea typeface="Arial" pitchFamily="34" charset="-122"/>
                <a:cs typeface="Arial" pitchFamily="34" charset="-120"/>
              </a:rPr>
              <a:t>TU-02</a:t>
            </a:r>
            <a:endParaRPr lang="fr-FR" sz="1600" dirty="0"/>
          </a:p>
        </p:txBody>
      </p:sp>
      <p:sp>
        <p:nvSpPr>
          <p:cNvPr id="30" name="Shape 28"/>
          <p:cNvSpPr/>
          <p:nvPr/>
        </p:nvSpPr>
        <p:spPr>
          <a:xfrm>
            <a:off x="1965960" y="2569464"/>
            <a:ext cx="3849624" cy="370332"/>
          </a:xfrm>
          <a:prstGeom prst="rect">
            <a:avLst/>
          </a:prstGeom>
          <a:solidFill>
            <a:srgbClr val="FFFFFF"/>
          </a:solidFill>
          <a:ln w="8890">
            <a:solidFill>
              <a:srgbClr val="FFFFFF"/>
            </a:solidFill>
            <a:prstDash val="solid"/>
          </a:ln>
        </p:spPr>
      </p:sp>
      <p:sp>
        <p:nvSpPr>
          <p:cNvPr id="31" name="Text 29"/>
          <p:cNvSpPr/>
          <p:nvPr/>
        </p:nvSpPr>
        <p:spPr>
          <a:xfrm>
            <a:off x="2057400" y="2624328"/>
            <a:ext cx="3666744" cy="274320"/>
          </a:xfrm>
          <a:prstGeom prst="rect">
            <a:avLst/>
          </a:prstGeom>
          <a:solidFill>
            <a:srgbClr val="FFFFFF">
              <a:alpha val="0"/>
            </a:srgbClr>
          </a:solidFill>
          <a:ln>
            <a:solidFill>
              <a:srgbClr val="FFFFFF">
                <a:alpha val="0"/>
              </a:srgbClr>
            </a:solidFill>
          </a:ln>
        </p:spPr>
        <p:txBody>
          <a:bodyPr wrap="square" lIns="0" tIns="0" rIns="0" bIns="0" rtlCol="0" anchor="ctr">
            <a:normAutofit/>
          </a:bodyPr>
          <a:lstStyle/>
          <a:p>
            <a:pPr algn="l" indent="0" marL="0">
              <a:buNone/>
            </a:pPr>
            <a:r>
              <a:rPr lang="fr-FR" altLang="en-US" sz="1600" dirty="0">
                <a:solidFill>
                  <a:srgbClr val="203847"/>
                </a:solidFill>
                <a:latin typeface="Arial" pitchFamily="34" charset="0"/>
                <a:ea typeface="Arial" pitchFamily="34" charset="-122"/>
                <a:cs typeface="Arial" pitchFamily="34" charset="-120"/>
              </a:rPr>
              <a:t>Unitaire</a:t>
            </a:r>
            <a:endParaRPr lang="fr-FR" sz="1600" dirty="0"/>
          </a:p>
        </p:txBody>
      </p:sp>
      <p:sp>
        <p:nvSpPr>
          <p:cNvPr id="32" name="Shape 30"/>
          <p:cNvSpPr/>
          <p:nvPr/>
        </p:nvSpPr>
        <p:spPr>
          <a:xfrm>
            <a:off x="5815584" y="2569464"/>
            <a:ext cx="1956816" cy="370332"/>
          </a:xfrm>
          <a:prstGeom prst="rect">
            <a:avLst/>
          </a:prstGeom>
          <a:solidFill>
            <a:srgbClr val="FFFFFF"/>
          </a:solidFill>
          <a:ln w="8890">
            <a:solidFill>
              <a:srgbClr val="FFFFFF"/>
            </a:solidFill>
            <a:prstDash val="solid"/>
          </a:ln>
        </p:spPr>
      </p:sp>
      <p:sp>
        <p:nvSpPr>
          <p:cNvPr id="33" name="Text 31"/>
          <p:cNvSpPr/>
          <p:nvPr/>
        </p:nvSpPr>
        <p:spPr>
          <a:xfrm>
            <a:off x="5907024" y="2624328"/>
            <a:ext cx="1773936" cy="274320"/>
          </a:xfrm>
          <a:prstGeom prst="rect">
            <a:avLst/>
          </a:prstGeom>
          <a:solidFill>
            <a:srgbClr val="FFFFFF">
              <a:alpha val="0"/>
            </a:srgbClr>
          </a:solidFill>
          <a:ln>
            <a:solidFill>
              <a:srgbClr val="FFFFFF">
                <a:alpha val="0"/>
              </a:srgbClr>
            </a:solidFill>
          </a:ln>
        </p:spPr>
        <p:txBody>
          <a:bodyPr wrap="square" lIns="0" tIns="0" rIns="0" bIns="0" rtlCol="0" anchor="ctr">
            <a:normAutofit/>
          </a:bodyPr>
          <a:lstStyle/>
          <a:p>
            <a:pPr algn="l" indent="0" marL="0">
              <a:buNone/>
            </a:pPr>
            <a:r>
              <a:rPr lang="fr-FR" altLang="en-US" sz="1600" dirty="0">
                <a:solidFill>
                  <a:srgbClr val="203847"/>
                </a:solidFill>
                <a:latin typeface="Arial" pitchFamily="34" charset="0"/>
                <a:ea typeface="Arial" pitchFamily="34" charset="-122"/>
                <a:cs typeface="Arial" pitchFamily="34" charset="-120"/>
              </a:rPr>
              <a:t>C4</a:t>
            </a:r>
            <a:endParaRPr lang="fr-FR" sz="1600" dirty="0"/>
          </a:p>
        </p:txBody>
      </p:sp>
      <p:sp>
        <p:nvSpPr>
          <p:cNvPr id="34" name="Shape 32"/>
          <p:cNvSpPr/>
          <p:nvPr/>
        </p:nvSpPr>
        <p:spPr>
          <a:xfrm>
            <a:off x="7772400" y="2569464"/>
            <a:ext cx="1901952" cy="370332"/>
          </a:xfrm>
          <a:prstGeom prst="rect">
            <a:avLst/>
          </a:prstGeom>
          <a:solidFill>
            <a:srgbClr val="FFFFFF"/>
          </a:solidFill>
          <a:ln w="8890">
            <a:solidFill>
              <a:srgbClr val="FFFFFF"/>
            </a:solidFill>
            <a:prstDash val="solid"/>
          </a:ln>
        </p:spPr>
      </p:sp>
      <p:sp>
        <p:nvSpPr>
          <p:cNvPr id="35" name="Text 33"/>
          <p:cNvSpPr/>
          <p:nvPr/>
        </p:nvSpPr>
        <p:spPr>
          <a:xfrm>
            <a:off x="7863840" y="2624328"/>
            <a:ext cx="1719072" cy="274320"/>
          </a:xfrm>
          <a:prstGeom prst="rect">
            <a:avLst/>
          </a:prstGeom>
          <a:solidFill>
            <a:srgbClr val="FFFFFF">
              <a:alpha val="0"/>
            </a:srgbClr>
          </a:solidFill>
          <a:ln>
            <a:solidFill>
              <a:srgbClr val="FFFFFF">
                <a:alpha val="0"/>
              </a:srgbClr>
            </a:solidFill>
          </a:ln>
        </p:spPr>
        <p:txBody>
          <a:bodyPr wrap="square" lIns="0" tIns="0" rIns="0" bIns="0" rtlCol="0" anchor="ctr">
            <a:normAutofit/>
          </a:bodyPr>
          <a:lstStyle/>
          <a:p>
            <a:pPr algn="l" indent="0" marL="0">
              <a:buNone/>
            </a:pPr>
            <a:r>
              <a:rPr lang="fr-FR" altLang="en-US" sz="1600" b="1" dirty="0">
                <a:solidFill>
                  <a:srgbClr val="203847"/>
                </a:solidFill>
                <a:latin typeface="Arial" pitchFamily="34" charset="0"/>
                <a:ea typeface="Arial" pitchFamily="34" charset="-122"/>
                <a:cs typeface="Arial" pitchFamily="34" charset="-120"/>
              </a:rPr>
              <a:t>S7-S8</a:t>
            </a:r>
            <a:endParaRPr lang="fr-FR" sz="1600" dirty="0"/>
          </a:p>
        </p:txBody>
      </p:sp>
      <p:sp>
        <p:nvSpPr>
          <p:cNvPr id="36" name="Shape 34"/>
          <p:cNvSpPr/>
          <p:nvPr/>
        </p:nvSpPr>
        <p:spPr>
          <a:xfrm>
            <a:off x="9674352" y="2569464"/>
            <a:ext cx="1956816" cy="370332"/>
          </a:xfrm>
          <a:prstGeom prst="rect">
            <a:avLst/>
          </a:prstGeom>
          <a:solidFill>
            <a:srgbClr val="FFFFFF"/>
          </a:solidFill>
          <a:ln w="8890">
            <a:solidFill>
              <a:srgbClr val="FFFFFF"/>
            </a:solidFill>
            <a:prstDash val="solid"/>
          </a:ln>
        </p:spPr>
      </p:sp>
      <p:sp>
        <p:nvSpPr>
          <p:cNvPr id="37" name="Text 35"/>
          <p:cNvSpPr/>
          <p:nvPr/>
        </p:nvSpPr>
        <p:spPr>
          <a:xfrm>
            <a:off x="9765792" y="2624328"/>
            <a:ext cx="1773936" cy="274320"/>
          </a:xfrm>
          <a:prstGeom prst="rect">
            <a:avLst/>
          </a:prstGeom>
          <a:solidFill>
            <a:srgbClr val="FFFFFF">
              <a:alpha val="0"/>
            </a:srgbClr>
          </a:solidFill>
          <a:ln>
            <a:solidFill>
              <a:srgbClr val="FFFFFF">
                <a:alpha val="0"/>
              </a:srgbClr>
            </a:solidFill>
          </a:ln>
        </p:spPr>
        <p:txBody>
          <a:bodyPr wrap="square" lIns="0" tIns="0" rIns="0" bIns="0" rtlCol="0" anchor="ctr">
            <a:normAutofit/>
          </a:bodyPr>
          <a:lstStyle/>
          <a:p>
            <a:pPr algn="l" indent="0" marL="0">
              <a:buNone/>
            </a:pPr>
            <a:r>
              <a:rPr lang="fr-FR" altLang="en-US" sz="1600" b="1" dirty="0">
                <a:solidFill>
                  <a:srgbClr val="C52F3C"/>
                </a:solidFill>
                <a:latin typeface="Arial" pitchFamily="34" charset="0"/>
                <a:ea typeface="Arial" pitchFamily="34" charset="-122"/>
                <a:cs typeface="Arial" pitchFamily="34" charset="-120"/>
              </a:rPr>
              <a:t>S12-S14</a:t>
            </a:r>
            <a:endParaRPr lang="fr-FR" sz="1600" dirty="0"/>
          </a:p>
        </p:txBody>
      </p:sp>
      <p:sp>
        <p:nvSpPr>
          <p:cNvPr id="38" name="Shape 36"/>
          <p:cNvSpPr/>
          <p:nvPr/>
        </p:nvSpPr>
        <p:spPr>
          <a:xfrm>
            <a:off x="548640" y="2962656"/>
            <a:ext cx="1417320" cy="370332"/>
          </a:xfrm>
          <a:prstGeom prst="rect">
            <a:avLst/>
          </a:prstGeom>
          <a:solidFill>
            <a:srgbClr val="F0F3F5"/>
          </a:solidFill>
          <a:ln w="8890">
            <a:solidFill>
              <a:srgbClr val="F0F3F5"/>
            </a:solidFill>
            <a:prstDash val="solid"/>
          </a:ln>
        </p:spPr>
      </p:sp>
      <p:sp>
        <p:nvSpPr>
          <p:cNvPr id="39" name="Text 37"/>
          <p:cNvSpPr/>
          <p:nvPr/>
        </p:nvSpPr>
        <p:spPr>
          <a:xfrm>
            <a:off x="640080" y="3017520"/>
            <a:ext cx="1234440" cy="274320"/>
          </a:xfrm>
          <a:prstGeom prst="rect">
            <a:avLst/>
          </a:prstGeom>
          <a:solidFill>
            <a:srgbClr val="FFFFFF">
              <a:alpha val="0"/>
            </a:srgbClr>
          </a:solidFill>
          <a:ln>
            <a:solidFill>
              <a:srgbClr val="FFFFFF">
                <a:alpha val="0"/>
              </a:srgbClr>
            </a:solidFill>
          </a:ln>
        </p:spPr>
        <p:txBody>
          <a:bodyPr wrap="square" lIns="0" tIns="0" rIns="0" bIns="0" rtlCol="0" anchor="ctr">
            <a:normAutofit/>
          </a:bodyPr>
          <a:lstStyle/>
          <a:p>
            <a:pPr algn="l" indent="0" marL="0">
              <a:buNone/>
            </a:pPr>
            <a:r>
              <a:rPr lang="fr-FR" altLang="en-US" sz="1600" dirty="0">
                <a:solidFill>
                  <a:srgbClr val="203847"/>
                </a:solidFill>
                <a:latin typeface="Arial" pitchFamily="34" charset="0"/>
                <a:ea typeface="Arial" pitchFamily="34" charset="-122"/>
                <a:cs typeface="Arial" pitchFamily="34" charset="-120"/>
              </a:rPr>
              <a:t>TI-01</a:t>
            </a:r>
            <a:endParaRPr lang="fr-FR" sz="1600" dirty="0"/>
          </a:p>
        </p:txBody>
      </p:sp>
      <p:sp>
        <p:nvSpPr>
          <p:cNvPr id="40" name="Shape 38"/>
          <p:cNvSpPr/>
          <p:nvPr/>
        </p:nvSpPr>
        <p:spPr>
          <a:xfrm>
            <a:off x="1965960" y="2962656"/>
            <a:ext cx="3849624" cy="370332"/>
          </a:xfrm>
          <a:prstGeom prst="rect">
            <a:avLst/>
          </a:prstGeom>
          <a:solidFill>
            <a:srgbClr val="F0F3F5"/>
          </a:solidFill>
          <a:ln w="8890">
            <a:solidFill>
              <a:srgbClr val="F0F3F5"/>
            </a:solidFill>
            <a:prstDash val="solid"/>
          </a:ln>
        </p:spPr>
      </p:sp>
      <p:sp>
        <p:nvSpPr>
          <p:cNvPr id="41" name="Text 39"/>
          <p:cNvSpPr/>
          <p:nvPr/>
        </p:nvSpPr>
        <p:spPr>
          <a:xfrm>
            <a:off x="2057400" y="3017520"/>
            <a:ext cx="3666744" cy="274320"/>
          </a:xfrm>
          <a:prstGeom prst="rect">
            <a:avLst/>
          </a:prstGeom>
          <a:solidFill>
            <a:srgbClr val="FFFFFF">
              <a:alpha val="0"/>
            </a:srgbClr>
          </a:solidFill>
          <a:ln>
            <a:solidFill>
              <a:srgbClr val="FFFFFF">
                <a:alpha val="0"/>
              </a:srgbClr>
            </a:solidFill>
          </a:ln>
        </p:spPr>
        <p:txBody>
          <a:bodyPr wrap="square" lIns="0" tIns="0" rIns="0" bIns="0" rtlCol="0" anchor="ctr">
            <a:normAutofit/>
          </a:bodyPr>
          <a:lstStyle/>
          <a:p>
            <a:pPr algn="l" indent="0" marL="0">
              <a:buNone/>
            </a:pPr>
            <a:r>
              <a:rPr lang="fr-FR" altLang="en-US" sz="1600" dirty="0">
                <a:solidFill>
                  <a:srgbClr val="203847"/>
                </a:solidFill>
                <a:latin typeface="Arial" pitchFamily="34" charset="0"/>
                <a:ea typeface="Arial" pitchFamily="34" charset="-122"/>
                <a:cs typeface="Arial" pitchFamily="34" charset="-120"/>
              </a:rPr>
              <a:t>Intégration</a:t>
            </a:r>
            <a:endParaRPr lang="fr-FR" sz="1600" dirty="0"/>
          </a:p>
        </p:txBody>
      </p:sp>
      <p:sp>
        <p:nvSpPr>
          <p:cNvPr id="42" name="Shape 40"/>
          <p:cNvSpPr/>
          <p:nvPr/>
        </p:nvSpPr>
        <p:spPr>
          <a:xfrm>
            <a:off x="5815584" y="2962656"/>
            <a:ext cx="1956816" cy="370332"/>
          </a:xfrm>
          <a:prstGeom prst="rect">
            <a:avLst/>
          </a:prstGeom>
          <a:solidFill>
            <a:srgbClr val="F0F3F5"/>
          </a:solidFill>
          <a:ln w="8890">
            <a:solidFill>
              <a:srgbClr val="F0F3F5"/>
            </a:solidFill>
            <a:prstDash val="solid"/>
          </a:ln>
        </p:spPr>
      </p:sp>
      <p:sp>
        <p:nvSpPr>
          <p:cNvPr id="43" name="Text 41"/>
          <p:cNvSpPr/>
          <p:nvPr/>
        </p:nvSpPr>
        <p:spPr>
          <a:xfrm>
            <a:off x="5907024" y="3017520"/>
            <a:ext cx="1773936" cy="274320"/>
          </a:xfrm>
          <a:prstGeom prst="rect">
            <a:avLst/>
          </a:prstGeom>
          <a:solidFill>
            <a:srgbClr val="FFFFFF">
              <a:alpha val="0"/>
            </a:srgbClr>
          </a:solidFill>
          <a:ln>
            <a:solidFill>
              <a:srgbClr val="FFFFFF">
                <a:alpha val="0"/>
              </a:srgbClr>
            </a:solidFill>
          </a:ln>
        </p:spPr>
        <p:txBody>
          <a:bodyPr wrap="square" lIns="0" tIns="0" rIns="0" bIns="0" rtlCol="0" anchor="ctr">
            <a:normAutofit/>
          </a:bodyPr>
          <a:lstStyle/>
          <a:p>
            <a:pPr algn="l" indent="0" marL="0">
              <a:buNone/>
            </a:pPr>
            <a:r>
              <a:rPr lang="fr-FR" altLang="en-US" sz="1600" dirty="0">
                <a:solidFill>
                  <a:srgbClr val="203847"/>
                </a:solidFill>
                <a:latin typeface="Arial" pitchFamily="34" charset="0"/>
                <a:ea typeface="Arial" pitchFamily="34" charset="-122"/>
                <a:cs typeface="Arial" pitchFamily="34" charset="-120"/>
              </a:rPr>
              <a:t>C1, C2</a:t>
            </a:r>
            <a:endParaRPr lang="fr-FR" sz="1600" dirty="0"/>
          </a:p>
        </p:txBody>
      </p:sp>
      <p:sp>
        <p:nvSpPr>
          <p:cNvPr id="44" name="Shape 42"/>
          <p:cNvSpPr/>
          <p:nvPr/>
        </p:nvSpPr>
        <p:spPr>
          <a:xfrm>
            <a:off x="7772400" y="2962656"/>
            <a:ext cx="1901952" cy="370332"/>
          </a:xfrm>
          <a:prstGeom prst="rect">
            <a:avLst/>
          </a:prstGeom>
          <a:solidFill>
            <a:srgbClr val="F0F3F5"/>
          </a:solidFill>
          <a:ln w="8890">
            <a:solidFill>
              <a:srgbClr val="F0F3F5"/>
            </a:solidFill>
            <a:prstDash val="solid"/>
          </a:ln>
        </p:spPr>
      </p:sp>
      <p:sp>
        <p:nvSpPr>
          <p:cNvPr id="45" name="Text 43"/>
          <p:cNvSpPr/>
          <p:nvPr/>
        </p:nvSpPr>
        <p:spPr>
          <a:xfrm>
            <a:off x="7863840" y="3017520"/>
            <a:ext cx="1719072" cy="274320"/>
          </a:xfrm>
          <a:prstGeom prst="rect">
            <a:avLst/>
          </a:prstGeom>
          <a:solidFill>
            <a:srgbClr val="FFFFFF">
              <a:alpha val="0"/>
            </a:srgbClr>
          </a:solidFill>
          <a:ln>
            <a:solidFill>
              <a:srgbClr val="FFFFFF">
                <a:alpha val="0"/>
              </a:srgbClr>
            </a:solidFill>
          </a:ln>
        </p:spPr>
        <p:txBody>
          <a:bodyPr wrap="square" lIns="0" tIns="0" rIns="0" bIns="0" rtlCol="0" anchor="ctr">
            <a:normAutofit/>
          </a:bodyPr>
          <a:lstStyle/>
          <a:p>
            <a:pPr algn="l" indent="0" marL="0">
              <a:buNone/>
            </a:pPr>
            <a:r>
              <a:rPr lang="fr-FR" altLang="en-US" sz="1600" b="1" dirty="0">
                <a:solidFill>
                  <a:srgbClr val="203847"/>
                </a:solidFill>
                <a:latin typeface="Arial" pitchFamily="34" charset="0"/>
                <a:ea typeface="Arial" pitchFamily="34" charset="-122"/>
                <a:cs typeface="Arial" pitchFamily="34" charset="-120"/>
              </a:rPr>
              <a:t>S5-S6</a:t>
            </a:r>
            <a:endParaRPr lang="fr-FR" sz="1600" dirty="0"/>
          </a:p>
        </p:txBody>
      </p:sp>
      <p:sp>
        <p:nvSpPr>
          <p:cNvPr id="46" name="Shape 44"/>
          <p:cNvSpPr/>
          <p:nvPr/>
        </p:nvSpPr>
        <p:spPr>
          <a:xfrm>
            <a:off x="9674352" y="2962656"/>
            <a:ext cx="1956816" cy="370332"/>
          </a:xfrm>
          <a:prstGeom prst="rect">
            <a:avLst/>
          </a:prstGeom>
          <a:solidFill>
            <a:srgbClr val="F0F3F5"/>
          </a:solidFill>
          <a:ln w="8890">
            <a:solidFill>
              <a:srgbClr val="F0F3F5"/>
            </a:solidFill>
            <a:prstDash val="solid"/>
          </a:ln>
        </p:spPr>
      </p:sp>
      <p:sp>
        <p:nvSpPr>
          <p:cNvPr id="47" name="Text 45"/>
          <p:cNvSpPr/>
          <p:nvPr/>
        </p:nvSpPr>
        <p:spPr>
          <a:xfrm>
            <a:off x="9765792" y="3017520"/>
            <a:ext cx="1773936" cy="274320"/>
          </a:xfrm>
          <a:prstGeom prst="rect">
            <a:avLst/>
          </a:prstGeom>
          <a:solidFill>
            <a:srgbClr val="FFFFFF">
              <a:alpha val="0"/>
            </a:srgbClr>
          </a:solidFill>
          <a:ln>
            <a:solidFill>
              <a:srgbClr val="FFFFFF">
                <a:alpha val="0"/>
              </a:srgbClr>
            </a:solidFill>
          </a:ln>
        </p:spPr>
        <p:txBody>
          <a:bodyPr wrap="square" lIns="0" tIns="0" rIns="0" bIns="0" rtlCol="0" anchor="ctr">
            <a:normAutofit/>
          </a:bodyPr>
          <a:lstStyle/>
          <a:p>
            <a:pPr algn="l" indent="0" marL="0">
              <a:buNone/>
            </a:pPr>
            <a:r>
              <a:rPr lang="fr-FR" altLang="en-US" sz="1600" b="1" dirty="0">
                <a:solidFill>
                  <a:srgbClr val="C52F3C"/>
                </a:solidFill>
                <a:latin typeface="Arial" pitchFamily="34" charset="0"/>
                <a:ea typeface="Arial" pitchFamily="34" charset="-122"/>
                <a:cs typeface="Arial" pitchFamily="34" charset="-120"/>
              </a:rPr>
              <a:t>S15-S16</a:t>
            </a:r>
            <a:endParaRPr lang="fr-FR" sz="1600" dirty="0"/>
          </a:p>
        </p:txBody>
      </p:sp>
      <p:sp>
        <p:nvSpPr>
          <p:cNvPr id="48" name="Shape 46"/>
          <p:cNvSpPr/>
          <p:nvPr/>
        </p:nvSpPr>
        <p:spPr>
          <a:xfrm>
            <a:off x="548640" y="3355848"/>
            <a:ext cx="1417320" cy="370332"/>
          </a:xfrm>
          <a:prstGeom prst="rect">
            <a:avLst/>
          </a:prstGeom>
          <a:solidFill>
            <a:srgbClr val="FFFFFF"/>
          </a:solidFill>
          <a:ln w="8890">
            <a:solidFill>
              <a:srgbClr val="FFFFFF"/>
            </a:solidFill>
            <a:prstDash val="solid"/>
          </a:ln>
        </p:spPr>
      </p:sp>
      <p:sp>
        <p:nvSpPr>
          <p:cNvPr id="49" name="Text 47"/>
          <p:cNvSpPr/>
          <p:nvPr/>
        </p:nvSpPr>
        <p:spPr>
          <a:xfrm>
            <a:off x="640080" y="3410712"/>
            <a:ext cx="1234440" cy="274320"/>
          </a:xfrm>
          <a:prstGeom prst="rect">
            <a:avLst/>
          </a:prstGeom>
          <a:solidFill>
            <a:srgbClr val="FFFFFF">
              <a:alpha val="0"/>
            </a:srgbClr>
          </a:solidFill>
          <a:ln>
            <a:solidFill>
              <a:srgbClr val="FFFFFF">
                <a:alpha val="0"/>
              </a:srgbClr>
            </a:solidFill>
          </a:ln>
        </p:spPr>
        <p:txBody>
          <a:bodyPr wrap="square" lIns="0" tIns="0" rIns="0" bIns="0" rtlCol="0" anchor="ctr">
            <a:normAutofit/>
          </a:bodyPr>
          <a:lstStyle/>
          <a:p>
            <a:pPr algn="l" indent="0" marL="0">
              <a:buNone/>
            </a:pPr>
            <a:r>
              <a:rPr lang="fr-FR" altLang="en-US" sz="1600" dirty="0">
                <a:solidFill>
                  <a:srgbClr val="203847"/>
                </a:solidFill>
                <a:latin typeface="Arial" pitchFamily="34" charset="0"/>
                <a:ea typeface="Arial" pitchFamily="34" charset="-122"/>
                <a:cs typeface="Arial" pitchFamily="34" charset="-120"/>
              </a:rPr>
              <a:t>TI-02</a:t>
            </a:r>
            <a:endParaRPr lang="fr-FR" sz="1600" dirty="0"/>
          </a:p>
        </p:txBody>
      </p:sp>
      <p:sp>
        <p:nvSpPr>
          <p:cNvPr id="50" name="Shape 48"/>
          <p:cNvSpPr/>
          <p:nvPr/>
        </p:nvSpPr>
        <p:spPr>
          <a:xfrm>
            <a:off x="1965960" y="3355848"/>
            <a:ext cx="3849624" cy="370332"/>
          </a:xfrm>
          <a:prstGeom prst="rect">
            <a:avLst/>
          </a:prstGeom>
          <a:solidFill>
            <a:srgbClr val="FFFFFF"/>
          </a:solidFill>
          <a:ln w="8890">
            <a:solidFill>
              <a:srgbClr val="FFFFFF"/>
            </a:solidFill>
            <a:prstDash val="solid"/>
          </a:ln>
        </p:spPr>
      </p:sp>
      <p:sp>
        <p:nvSpPr>
          <p:cNvPr id="51" name="Text 49"/>
          <p:cNvSpPr/>
          <p:nvPr/>
        </p:nvSpPr>
        <p:spPr>
          <a:xfrm>
            <a:off x="2057400" y="3410712"/>
            <a:ext cx="3666744" cy="274320"/>
          </a:xfrm>
          <a:prstGeom prst="rect">
            <a:avLst/>
          </a:prstGeom>
          <a:solidFill>
            <a:srgbClr val="FFFFFF">
              <a:alpha val="0"/>
            </a:srgbClr>
          </a:solidFill>
          <a:ln>
            <a:solidFill>
              <a:srgbClr val="FFFFFF">
                <a:alpha val="0"/>
              </a:srgbClr>
            </a:solidFill>
          </a:ln>
        </p:spPr>
        <p:txBody>
          <a:bodyPr wrap="square" lIns="0" tIns="0" rIns="0" bIns="0" rtlCol="0" anchor="ctr">
            <a:normAutofit/>
          </a:bodyPr>
          <a:lstStyle/>
          <a:p>
            <a:pPr algn="l" indent="0" marL="0">
              <a:buNone/>
            </a:pPr>
            <a:r>
              <a:rPr lang="fr-FR" altLang="en-US" sz="1600" dirty="0">
                <a:solidFill>
                  <a:srgbClr val="203847"/>
                </a:solidFill>
                <a:latin typeface="Arial" pitchFamily="34" charset="0"/>
                <a:ea typeface="Arial" pitchFamily="34" charset="-122"/>
                <a:cs typeface="Arial" pitchFamily="34" charset="-120"/>
              </a:rPr>
              <a:t>Intégration</a:t>
            </a:r>
            <a:endParaRPr lang="fr-FR" sz="1600" dirty="0"/>
          </a:p>
        </p:txBody>
      </p:sp>
      <p:sp>
        <p:nvSpPr>
          <p:cNvPr id="52" name="Shape 50"/>
          <p:cNvSpPr/>
          <p:nvPr/>
        </p:nvSpPr>
        <p:spPr>
          <a:xfrm>
            <a:off x="5815584" y="3355848"/>
            <a:ext cx="1956816" cy="370332"/>
          </a:xfrm>
          <a:prstGeom prst="rect">
            <a:avLst/>
          </a:prstGeom>
          <a:solidFill>
            <a:srgbClr val="FFFFFF"/>
          </a:solidFill>
          <a:ln w="8890">
            <a:solidFill>
              <a:srgbClr val="FFFFFF"/>
            </a:solidFill>
            <a:prstDash val="solid"/>
          </a:ln>
        </p:spPr>
      </p:sp>
      <p:sp>
        <p:nvSpPr>
          <p:cNvPr id="53" name="Text 51"/>
          <p:cNvSpPr/>
          <p:nvPr/>
        </p:nvSpPr>
        <p:spPr>
          <a:xfrm>
            <a:off x="5907024" y="3410712"/>
            <a:ext cx="1773936" cy="274320"/>
          </a:xfrm>
          <a:prstGeom prst="rect">
            <a:avLst/>
          </a:prstGeom>
          <a:solidFill>
            <a:srgbClr val="FFFFFF">
              <a:alpha val="0"/>
            </a:srgbClr>
          </a:solidFill>
          <a:ln>
            <a:solidFill>
              <a:srgbClr val="FFFFFF">
                <a:alpha val="0"/>
              </a:srgbClr>
            </a:solidFill>
          </a:ln>
        </p:spPr>
        <p:txBody>
          <a:bodyPr wrap="square" lIns="0" tIns="0" rIns="0" bIns="0" rtlCol="0" anchor="ctr">
            <a:normAutofit/>
          </a:bodyPr>
          <a:lstStyle/>
          <a:p>
            <a:pPr algn="l" indent="0" marL="0">
              <a:buNone/>
            </a:pPr>
            <a:r>
              <a:rPr lang="fr-FR" altLang="en-US" sz="1600" dirty="0">
                <a:solidFill>
                  <a:srgbClr val="203847"/>
                </a:solidFill>
                <a:latin typeface="Arial" pitchFamily="34" charset="0"/>
                <a:ea typeface="Arial" pitchFamily="34" charset="-122"/>
                <a:cs typeface="Arial" pitchFamily="34" charset="-120"/>
              </a:rPr>
              <a:t>C3</a:t>
            </a:r>
            <a:endParaRPr lang="fr-FR" sz="1600" dirty="0"/>
          </a:p>
        </p:txBody>
      </p:sp>
      <p:sp>
        <p:nvSpPr>
          <p:cNvPr id="54" name="Shape 52"/>
          <p:cNvSpPr/>
          <p:nvPr/>
        </p:nvSpPr>
        <p:spPr>
          <a:xfrm>
            <a:off x="7772400" y="3355848"/>
            <a:ext cx="1901952" cy="370332"/>
          </a:xfrm>
          <a:prstGeom prst="rect">
            <a:avLst/>
          </a:prstGeom>
          <a:solidFill>
            <a:srgbClr val="FFFFFF"/>
          </a:solidFill>
          <a:ln w="8890">
            <a:solidFill>
              <a:srgbClr val="FFFFFF"/>
            </a:solidFill>
            <a:prstDash val="solid"/>
          </a:ln>
        </p:spPr>
      </p:sp>
      <p:sp>
        <p:nvSpPr>
          <p:cNvPr id="55" name="Text 53"/>
          <p:cNvSpPr/>
          <p:nvPr/>
        </p:nvSpPr>
        <p:spPr>
          <a:xfrm>
            <a:off x="7863840" y="3410712"/>
            <a:ext cx="1719072" cy="274320"/>
          </a:xfrm>
          <a:prstGeom prst="rect">
            <a:avLst/>
          </a:prstGeom>
          <a:solidFill>
            <a:srgbClr val="FFFFFF">
              <a:alpha val="0"/>
            </a:srgbClr>
          </a:solidFill>
          <a:ln>
            <a:solidFill>
              <a:srgbClr val="FFFFFF">
                <a:alpha val="0"/>
              </a:srgbClr>
            </a:solidFill>
          </a:ln>
        </p:spPr>
        <p:txBody>
          <a:bodyPr wrap="square" lIns="0" tIns="0" rIns="0" bIns="0" rtlCol="0" anchor="ctr">
            <a:normAutofit/>
          </a:bodyPr>
          <a:lstStyle/>
          <a:p>
            <a:pPr algn="l" indent="0" marL="0">
              <a:buNone/>
            </a:pPr>
            <a:r>
              <a:rPr lang="fr-FR" altLang="en-US" sz="1600" b="1" dirty="0">
                <a:solidFill>
                  <a:srgbClr val="203847"/>
                </a:solidFill>
                <a:latin typeface="Arial" pitchFamily="34" charset="0"/>
                <a:ea typeface="Arial" pitchFamily="34" charset="-122"/>
                <a:cs typeface="Arial" pitchFamily="34" charset="-120"/>
              </a:rPr>
              <a:t>S5-S6</a:t>
            </a:r>
            <a:endParaRPr lang="fr-FR" sz="1600" dirty="0"/>
          </a:p>
        </p:txBody>
      </p:sp>
      <p:sp>
        <p:nvSpPr>
          <p:cNvPr id="56" name="Shape 54"/>
          <p:cNvSpPr/>
          <p:nvPr/>
        </p:nvSpPr>
        <p:spPr>
          <a:xfrm>
            <a:off x="9674352" y="3355848"/>
            <a:ext cx="1956816" cy="370332"/>
          </a:xfrm>
          <a:prstGeom prst="rect">
            <a:avLst/>
          </a:prstGeom>
          <a:solidFill>
            <a:srgbClr val="FFFFFF"/>
          </a:solidFill>
          <a:ln w="8890">
            <a:solidFill>
              <a:srgbClr val="FFFFFF"/>
            </a:solidFill>
            <a:prstDash val="solid"/>
          </a:ln>
        </p:spPr>
      </p:sp>
      <p:sp>
        <p:nvSpPr>
          <p:cNvPr id="57" name="Text 55"/>
          <p:cNvSpPr/>
          <p:nvPr/>
        </p:nvSpPr>
        <p:spPr>
          <a:xfrm>
            <a:off x="9765792" y="3410712"/>
            <a:ext cx="1773936" cy="274320"/>
          </a:xfrm>
          <a:prstGeom prst="rect">
            <a:avLst/>
          </a:prstGeom>
          <a:solidFill>
            <a:srgbClr val="FFFFFF">
              <a:alpha val="0"/>
            </a:srgbClr>
          </a:solidFill>
          <a:ln>
            <a:solidFill>
              <a:srgbClr val="FFFFFF">
                <a:alpha val="0"/>
              </a:srgbClr>
            </a:solidFill>
          </a:ln>
        </p:spPr>
        <p:txBody>
          <a:bodyPr wrap="square" lIns="0" tIns="0" rIns="0" bIns="0" rtlCol="0" anchor="ctr">
            <a:normAutofit/>
          </a:bodyPr>
          <a:lstStyle/>
          <a:p>
            <a:pPr algn="l" indent="0" marL="0">
              <a:buNone/>
            </a:pPr>
            <a:r>
              <a:rPr lang="fr-FR" altLang="en-US" sz="1600" b="1" dirty="0">
                <a:solidFill>
                  <a:srgbClr val="C52F3C"/>
                </a:solidFill>
                <a:latin typeface="Arial" pitchFamily="34" charset="0"/>
                <a:ea typeface="Arial" pitchFamily="34" charset="-122"/>
                <a:cs typeface="Arial" pitchFamily="34" charset="-120"/>
              </a:rPr>
              <a:t>S15-S16</a:t>
            </a:r>
            <a:endParaRPr lang="fr-FR" sz="1600" dirty="0"/>
          </a:p>
        </p:txBody>
      </p:sp>
      <p:sp>
        <p:nvSpPr>
          <p:cNvPr id="58" name="Shape 56"/>
          <p:cNvSpPr/>
          <p:nvPr/>
        </p:nvSpPr>
        <p:spPr>
          <a:xfrm>
            <a:off x="548640" y="3749040"/>
            <a:ext cx="1417320" cy="370332"/>
          </a:xfrm>
          <a:prstGeom prst="rect">
            <a:avLst/>
          </a:prstGeom>
          <a:solidFill>
            <a:srgbClr val="F0F3F5"/>
          </a:solidFill>
          <a:ln w="8890">
            <a:solidFill>
              <a:srgbClr val="F0F3F5"/>
            </a:solidFill>
            <a:prstDash val="solid"/>
          </a:ln>
        </p:spPr>
      </p:sp>
      <p:sp>
        <p:nvSpPr>
          <p:cNvPr id="59" name="Text 57"/>
          <p:cNvSpPr/>
          <p:nvPr/>
        </p:nvSpPr>
        <p:spPr>
          <a:xfrm>
            <a:off x="640080" y="3803904"/>
            <a:ext cx="1234440" cy="274320"/>
          </a:xfrm>
          <a:prstGeom prst="rect">
            <a:avLst/>
          </a:prstGeom>
          <a:solidFill>
            <a:srgbClr val="FFFFFF">
              <a:alpha val="0"/>
            </a:srgbClr>
          </a:solidFill>
          <a:ln>
            <a:solidFill>
              <a:srgbClr val="FFFFFF">
                <a:alpha val="0"/>
              </a:srgbClr>
            </a:solidFill>
          </a:ln>
        </p:spPr>
        <p:txBody>
          <a:bodyPr wrap="square" lIns="0" tIns="0" rIns="0" bIns="0" rtlCol="0" anchor="ctr">
            <a:normAutofit/>
          </a:bodyPr>
          <a:lstStyle/>
          <a:p>
            <a:pPr algn="l" indent="0" marL="0">
              <a:buNone/>
            </a:pPr>
            <a:r>
              <a:rPr lang="fr-FR" altLang="en-US" sz="1600" dirty="0">
                <a:solidFill>
                  <a:srgbClr val="203847"/>
                </a:solidFill>
                <a:latin typeface="Arial" pitchFamily="34" charset="0"/>
                <a:ea typeface="Arial" pitchFamily="34" charset="-122"/>
                <a:cs typeface="Arial" pitchFamily="34" charset="-120"/>
              </a:rPr>
              <a:t>TS-01</a:t>
            </a:r>
            <a:endParaRPr lang="fr-FR" sz="1600" dirty="0"/>
          </a:p>
        </p:txBody>
      </p:sp>
      <p:sp>
        <p:nvSpPr>
          <p:cNvPr id="60" name="Shape 58"/>
          <p:cNvSpPr/>
          <p:nvPr/>
        </p:nvSpPr>
        <p:spPr>
          <a:xfrm>
            <a:off x="1965960" y="3749040"/>
            <a:ext cx="3849624" cy="370332"/>
          </a:xfrm>
          <a:prstGeom prst="rect">
            <a:avLst/>
          </a:prstGeom>
          <a:solidFill>
            <a:srgbClr val="F0F3F5"/>
          </a:solidFill>
          <a:ln w="8890">
            <a:solidFill>
              <a:srgbClr val="F0F3F5"/>
            </a:solidFill>
            <a:prstDash val="solid"/>
          </a:ln>
        </p:spPr>
      </p:sp>
      <p:sp>
        <p:nvSpPr>
          <p:cNvPr id="61" name="Text 59"/>
          <p:cNvSpPr/>
          <p:nvPr/>
        </p:nvSpPr>
        <p:spPr>
          <a:xfrm>
            <a:off x="2057400" y="3803904"/>
            <a:ext cx="3666744" cy="274320"/>
          </a:xfrm>
          <a:prstGeom prst="rect">
            <a:avLst/>
          </a:prstGeom>
          <a:solidFill>
            <a:srgbClr val="FFFFFF">
              <a:alpha val="0"/>
            </a:srgbClr>
          </a:solidFill>
          <a:ln>
            <a:solidFill>
              <a:srgbClr val="FFFFFF">
                <a:alpha val="0"/>
              </a:srgbClr>
            </a:solidFill>
          </a:ln>
        </p:spPr>
        <p:txBody>
          <a:bodyPr wrap="square" lIns="0" tIns="0" rIns="0" bIns="0" rtlCol="0" anchor="ctr">
            <a:normAutofit/>
          </a:bodyPr>
          <a:lstStyle/>
          <a:p>
            <a:pPr algn="l" indent="0" marL="0">
              <a:buNone/>
            </a:pPr>
            <a:r>
              <a:rPr lang="fr-FR" altLang="en-US" sz="1600" dirty="0">
                <a:solidFill>
                  <a:srgbClr val="203847"/>
                </a:solidFill>
                <a:latin typeface="Arial" pitchFamily="34" charset="0"/>
                <a:ea typeface="Arial" pitchFamily="34" charset="-122"/>
                <a:cs typeface="Arial" pitchFamily="34" charset="-120"/>
              </a:rPr>
              <a:t>Système</a:t>
            </a:r>
            <a:endParaRPr lang="fr-FR" sz="1600" dirty="0"/>
          </a:p>
        </p:txBody>
      </p:sp>
      <p:sp>
        <p:nvSpPr>
          <p:cNvPr id="62" name="Shape 60"/>
          <p:cNvSpPr/>
          <p:nvPr/>
        </p:nvSpPr>
        <p:spPr>
          <a:xfrm>
            <a:off x="5815584" y="3749040"/>
            <a:ext cx="1956816" cy="370332"/>
          </a:xfrm>
          <a:prstGeom prst="rect">
            <a:avLst/>
          </a:prstGeom>
          <a:solidFill>
            <a:srgbClr val="F0F3F5"/>
          </a:solidFill>
          <a:ln w="8890">
            <a:solidFill>
              <a:srgbClr val="F0F3F5"/>
            </a:solidFill>
            <a:prstDash val="solid"/>
          </a:ln>
        </p:spPr>
      </p:sp>
      <p:sp>
        <p:nvSpPr>
          <p:cNvPr id="63" name="Text 61"/>
          <p:cNvSpPr/>
          <p:nvPr/>
        </p:nvSpPr>
        <p:spPr>
          <a:xfrm>
            <a:off x="5907024" y="3803904"/>
            <a:ext cx="1773936" cy="274320"/>
          </a:xfrm>
          <a:prstGeom prst="rect">
            <a:avLst/>
          </a:prstGeom>
          <a:solidFill>
            <a:srgbClr val="FFFFFF">
              <a:alpha val="0"/>
            </a:srgbClr>
          </a:solidFill>
          <a:ln>
            <a:solidFill>
              <a:srgbClr val="FFFFFF">
                <a:alpha val="0"/>
              </a:srgbClr>
            </a:solidFill>
          </a:ln>
        </p:spPr>
        <p:txBody>
          <a:bodyPr wrap="square" lIns="0" tIns="0" rIns="0" bIns="0" rtlCol="0" anchor="ctr">
            <a:normAutofit/>
          </a:bodyPr>
          <a:lstStyle/>
          <a:p>
            <a:pPr algn="l" indent="0" marL="0">
              <a:buNone/>
            </a:pPr>
            <a:r>
              <a:rPr lang="fr-FR" altLang="en-US" sz="1600" dirty="0">
                <a:solidFill>
                  <a:srgbClr val="203847"/>
                </a:solidFill>
                <a:latin typeface="Arial" pitchFamily="34" charset="0"/>
                <a:ea typeface="Arial" pitchFamily="34" charset="-122"/>
                <a:cs typeface="Arial" pitchFamily="34" charset="-120"/>
              </a:rPr>
              <a:t>C3</a:t>
            </a:r>
            <a:endParaRPr lang="fr-FR" sz="1600" dirty="0"/>
          </a:p>
        </p:txBody>
      </p:sp>
      <p:sp>
        <p:nvSpPr>
          <p:cNvPr id="64" name="Shape 62"/>
          <p:cNvSpPr/>
          <p:nvPr/>
        </p:nvSpPr>
        <p:spPr>
          <a:xfrm>
            <a:off x="7772400" y="3749040"/>
            <a:ext cx="1901952" cy="370332"/>
          </a:xfrm>
          <a:prstGeom prst="rect">
            <a:avLst/>
          </a:prstGeom>
          <a:solidFill>
            <a:srgbClr val="F0F3F5"/>
          </a:solidFill>
          <a:ln w="8890">
            <a:solidFill>
              <a:srgbClr val="F0F3F5"/>
            </a:solidFill>
            <a:prstDash val="solid"/>
          </a:ln>
        </p:spPr>
      </p:sp>
      <p:sp>
        <p:nvSpPr>
          <p:cNvPr id="65" name="Text 63"/>
          <p:cNvSpPr/>
          <p:nvPr/>
        </p:nvSpPr>
        <p:spPr>
          <a:xfrm>
            <a:off x="7863840" y="3803904"/>
            <a:ext cx="1719072" cy="274320"/>
          </a:xfrm>
          <a:prstGeom prst="rect">
            <a:avLst/>
          </a:prstGeom>
          <a:solidFill>
            <a:srgbClr val="FFFFFF">
              <a:alpha val="0"/>
            </a:srgbClr>
          </a:solidFill>
          <a:ln>
            <a:solidFill>
              <a:srgbClr val="FFFFFF">
                <a:alpha val="0"/>
              </a:srgbClr>
            </a:solidFill>
          </a:ln>
        </p:spPr>
        <p:txBody>
          <a:bodyPr wrap="square" lIns="0" tIns="0" rIns="0" bIns="0" rtlCol="0" anchor="ctr">
            <a:normAutofit/>
          </a:bodyPr>
          <a:lstStyle/>
          <a:p>
            <a:pPr algn="l" indent="0" marL="0">
              <a:buNone/>
            </a:pPr>
            <a:r>
              <a:rPr lang="fr-FR" altLang="en-US" sz="1600" b="1" dirty="0">
                <a:solidFill>
                  <a:srgbClr val="203847"/>
                </a:solidFill>
                <a:latin typeface="Arial" pitchFamily="34" charset="0"/>
                <a:ea typeface="Arial" pitchFamily="34" charset="-122"/>
                <a:cs typeface="Arial" pitchFamily="34" charset="-120"/>
              </a:rPr>
              <a:t>S3-S4</a:t>
            </a:r>
            <a:endParaRPr lang="fr-FR" sz="1600" dirty="0"/>
          </a:p>
        </p:txBody>
      </p:sp>
      <p:sp>
        <p:nvSpPr>
          <p:cNvPr id="66" name="Shape 64"/>
          <p:cNvSpPr/>
          <p:nvPr/>
        </p:nvSpPr>
        <p:spPr>
          <a:xfrm>
            <a:off x="9674352" y="3749040"/>
            <a:ext cx="1956816" cy="370332"/>
          </a:xfrm>
          <a:prstGeom prst="rect">
            <a:avLst/>
          </a:prstGeom>
          <a:solidFill>
            <a:srgbClr val="F0F3F5"/>
          </a:solidFill>
          <a:ln w="8890">
            <a:solidFill>
              <a:srgbClr val="F0F3F5"/>
            </a:solidFill>
            <a:prstDash val="solid"/>
          </a:ln>
        </p:spPr>
      </p:sp>
      <p:sp>
        <p:nvSpPr>
          <p:cNvPr id="67" name="Text 65"/>
          <p:cNvSpPr/>
          <p:nvPr/>
        </p:nvSpPr>
        <p:spPr>
          <a:xfrm>
            <a:off x="9765792" y="3803904"/>
            <a:ext cx="1773936" cy="274320"/>
          </a:xfrm>
          <a:prstGeom prst="rect">
            <a:avLst/>
          </a:prstGeom>
          <a:solidFill>
            <a:srgbClr val="FFFFFF">
              <a:alpha val="0"/>
            </a:srgbClr>
          </a:solidFill>
          <a:ln>
            <a:solidFill>
              <a:srgbClr val="FFFFFF">
                <a:alpha val="0"/>
              </a:srgbClr>
            </a:solidFill>
          </a:ln>
        </p:spPr>
        <p:txBody>
          <a:bodyPr wrap="square" lIns="0" tIns="0" rIns="0" bIns="0" rtlCol="0" anchor="ctr">
            <a:normAutofit/>
          </a:bodyPr>
          <a:lstStyle/>
          <a:p>
            <a:pPr algn="l" indent="0" marL="0">
              <a:buNone/>
            </a:pPr>
            <a:r>
              <a:rPr lang="fr-FR" altLang="en-US" sz="1600" b="1" dirty="0">
                <a:solidFill>
                  <a:srgbClr val="C52F3C"/>
                </a:solidFill>
                <a:latin typeface="Arial" pitchFamily="34" charset="0"/>
                <a:ea typeface="Arial" pitchFamily="34" charset="-122"/>
                <a:cs typeface="Arial" pitchFamily="34" charset="-120"/>
              </a:rPr>
              <a:t>S17-S18</a:t>
            </a:r>
            <a:endParaRPr lang="fr-FR" sz="1600" dirty="0"/>
          </a:p>
        </p:txBody>
      </p:sp>
      <p:sp>
        <p:nvSpPr>
          <p:cNvPr id="68" name="Shape 66"/>
          <p:cNvSpPr/>
          <p:nvPr/>
        </p:nvSpPr>
        <p:spPr>
          <a:xfrm>
            <a:off x="548640" y="4142232"/>
            <a:ext cx="1417320" cy="370332"/>
          </a:xfrm>
          <a:prstGeom prst="rect">
            <a:avLst/>
          </a:prstGeom>
          <a:solidFill>
            <a:srgbClr val="FFFFFF"/>
          </a:solidFill>
          <a:ln w="8890">
            <a:solidFill>
              <a:srgbClr val="FFFFFF"/>
            </a:solidFill>
            <a:prstDash val="solid"/>
          </a:ln>
        </p:spPr>
      </p:sp>
      <p:sp>
        <p:nvSpPr>
          <p:cNvPr id="69" name="Text 67"/>
          <p:cNvSpPr/>
          <p:nvPr/>
        </p:nvSpPr>
        <p:spPr>
          <a:xfrm>
            <a:off x="640080" y="4197096"/>
            <a:ext cx="1234440" cy="274320"/>
          </a:xfrm>
          <a:prstGeom prst="rect">
            <a:avLst/>
          </a:prstGeom>
          <a:solidFill>
            <a:srgbClr val="FFFFFF">
              <a:alpha val="0"/>
            </a:srgbClr>
          </a:solidFill>
          <a:ln>
            <a:solidFill>
              <a:srgbClr val="FFFFFF">
                <a:alpha val="0"/>
              </a:srgbClr>
            </a:solidFill>
          </a:ln>
        </p:spPr>
        <p:txBody>
          <a:bodyPr wrap="square" lIns="0" tIns="0" rIns="0" bIns="0" rtlCol="0" anchor="ctr">
            <a:normAutofit/>
          </a:bodyPr>
          <a:lstStyle/>
          <a:p>
            <a:pPr algn="l" indent="0" marL="0">
              <a:buNone/>
            </a:pPr>
            <a:r>
              <a:rPr lang="fr-FR" altLang="en-US" sz="1600" dirty="0">
                <a:solidFill>
                  <a:srgbClr val="203847"/>
                </a:solidFill>
                <a:latin typeface="Arial" pitchFamily="34" charset="0"/>
                <a:ea typeface="Arial" pitchFamily="34" charset="-122"/>
                <a:cs typeface="Arial" pitchFamily="34" charset="-120"/>
              </a:rPr>
              <a:t>TS-02</a:t>
            </a:r>
            <a:endParaRPr lang="fr-FR" sz="1600" dirty="0"/>
          </a:p>
        </p:txBody>
      </p:sp>
      <p:sp>
        <p:nvSpPr>
          <p:cNvPr id="70" name="Shape 68"/>
          <p:cNvSpPr/>
          <p:nvPr/>
        </p:nvSpPr>
        <p:spPr>
          <a:xfrm>
            <a:off x="1965960" y="4142232"/>
            <a:ext cx="3849624" cy="370332"/>
          </a:xfrm>
          <a:prstGeom prst="rect">
            <a:avLst/>
          </a:prstGeom>
          <a:solidFill>
            <a:srgbClr val="FFFFFF"/>
          </a:solidFill>
          <a:ln w="8890">
            <a:solidFill>
              <a:srgbClr val="FFFFFF"/>
            </a:solidFill>
            <a:prstDash val="solid"/>
          </a:ln>
        </p:spPr>
      </p:sp>
      <p:sp>
        <p:nvSpPr>
          <p:cNvPr id="71" name="Text 69"/>
          <p:cNvSpPr/>
          <p:nvPr/>
        </p:nvSpPr>
        <p:spPr>
          <a:xfrm>
            <a:off x="2057400" y="4197096"/>
            <a:ext cx="3666744" cy="274320"/>
          </a:xfrm>
          <a:prstGeom prst="rect">
            <a:avLst/>
          </a:prstGeom>
          <a:solidFill>
            <a:srgbClr val="FFFFFF">
              <a:alpha val="0"/>
            </a:srgbClr>
          </a:solidFill>
          <a:ln>
            <a:solidFill>
              <a:srgbClr val="FFFFFF">
                <a:alpha val="0"/>
              </a:srgbClr>
            </a:solidFill>
          </a:ln>
        </p:spPr>
        <p:txBody>
          <a:bodyPr wrap="square" lIns="0" tIns="0" rIns="0" bIns="0" rtlCol="0" anchor="ctr">
            <a:normAutofit/>
          </a:bodyPr>
          <a:lstStyle/>
          <a:p>
            <a:pPr algn="l" indent="0" marL="0">
              <a:buNone/>
            </a:pPr>
            <a:r>
              <a:rPr lang="fr-FR" altLang="en-US" sz="1600" dirty="0">
                <a:solidFill>
                  <a:srgbClr val="203847"/>
                </a:solidFill>
                <a:latin typeface="Arial" pitchFamily="34" charset="0"/>
                <a:ea typeface="Arial" pitchFamily="34" charset="-122"/>
                <a:cs typeface="Arial" pitchFamily="34" charset="-120"/>
              </a:rPr>
              <a:t>Système / E2E</a:t>
            </a:r>
            <a:endParaRPr lang="fr-FR" sz="1600" dirty="0"/>
          </a:p>
        </p:txBody>
      </p:sp>
      <p:sp>
        <p:nvSpPr>
          <p:cNvPr id="72" name="Shape 70"/>
          <p:cNvSpPr/>
          <p:nvPr/>
        </p:nvSpPr>
        <p:spPr>
          <a:xfrm>
            <a:off x="5815584" y="4142232"/>
            <a:ext cx="1956816" cy="370332"/>
          </a:xfrm>
          <a:prstGeom prst="rect">
            <a:avLst/>
          </a:prstGeom>
          <a:solidFill>
            <a:srgbClr val="FFFFFF"/>
          </a:solidFill>
          <a:ln w="8890">
            <a:solidFill>
              <a:srgbClr val="FFFFFF"/>
            </a:solidFill>
            <a:prstDash val="solid"/>
          </a:ln>
        </p:spPr>
      </p:sp>
      <p:sp>
        <p:nvSpPr>
          <p:cNvPr id="73" name="Text 71"/>
          <p:cNvSpPr/>
          <p:nvPr/>
        </p:nvSpPr>
        <p:spPr>
          <a:xfrm>
            <a:off x="5907024" y="4197096"/>
            <a:ext cx="1773936" cy="274320"/>
          </a:xfrm>
          <a:prstGeom prst="rect">
            <a:avLst/>
          </a:prstGeom>
          <a:solidFill>
            <a:srgbClr val="FFFFFF">
              <a:alpha val="0"/>
            </a:srgbClr>
          </a:solidFill>
          <a:ln>
            <a:solidFill>
              <a:srgbClr val="FFFFFF">
                <a:alpha val="0"/>
              </a:srgbClr>
            </a:solidFill>
          </a:ln>
        </p:spPr>
        <p:txBody>
          <a:bodyPr wrap="square" lIns="0" tIns="0" rIns="0" bIns="0" rtlCol="0" anchor="ctr">
            <a:normAutofit/>
          </a:bodyPr>
          <a:lstStyle/>
          <a:p>
            <a:pPr algn="l" indent="0" marL="0">
              <a:buNone/>
            </a:pPr>
            <a:r>
              <a:rPr lang="fr-FR" altLang="en-US" sz="1600" dirty="0">
                <a:solidFill>
                  <a:srgbClr val="203847"/>
                </a:solidFill>
                <a:latin typeface="Arial" pitchFamily="34" charset="0"/>
                <a:ea typeface="Arial" pitchFamily="34" charset="-122"/>
                <a:cs typeface="Arial" pitchFamily="34" charset="-120"/>
              </a:rPr>
              <a:t>C1, C2</a:t>
            </a:r>
            <a:endParaRPr lang="fr-FR" sz="1600" dirty="0"/>
          </a:p>
        </p:txBody>
      </p:sp>
      <p:sp>
        <p:nvSpPr>
          <p:cNvPr id="74" name="Shape 72"/>
          <p:cNvSpPr/>
          <p:nvPr/>
        </p:nvSpPr>
        <p:spPr>
          <a:xfrm>
            <a:off x="7772400" y="4142232"/>
            <a:ext cx="1901952" cy="370332"/>
          </a:xfrm>
          <a:prstGeom prst="rect">
            <a:avLst/>
          </a:prstGeom>
          <a:solidFill>
            <a:srgbClr val="FFFFFF"/>
          </a:solidFill>
          <a:ln w="8890">
            <a:solidFill>
              <a:srgbClr val="FFFFFF"/>
            </a:solidFill>
            <a:prstDash val="solid"/>
          </a:ln>
        </p:spPr>
      </p:sp>
      <p:sp>
        <p:nvSpPr>
          <p:cNvPr id="75" name="Text 73"/>
          <p:cNvSpPr/>
          <p:nvPr/>
        </p:nvSpPr>
        <p:spPr>
          <a:xfrm>
            <a:off x="7863840" y="4197096"/>
            <a:ext cx="1719072" cy="274320"/>
          </a:xfrm>
          <a:prstGeom prst="rect">
            <a:avLst/>
          </a:prstGeom>
          <a:solidFill>
            <a:srgbClr val="FFFFFF">
              <a:alpha val="0"/>
            </a:srgbClr>
          </a:solidFill>
          <a:ln>
            <a:solidFill>
              <a:srgbClr val="FFFFFF">
                <a:alpha val="0"/>
              </a:srgbClr>
            </a:solidFill>
          </a:ln>
        </p:spPr>
        <p:txBody>
          <a:bodyPr wrap="square" lIns="0" tIns="0" rIns="0" bIns="0" rtlCol="0" anchor="ctr">
            <a:normAutofit/>
          </a:bodyPr>
          <a:lstStyle/>
          <a:p>
            <a:pPr algn="l" indent="0" marL="0">
              <a:buNone/>
            </a:pPr>
            <a:r>
              <a:rPr lang="fr-FR" altLang="en-US" sz="1600" b="1" dirty="0">
                <a:solidFill>
                  <a:srgbClr val="203847"/>
                </a:solidFill>
                <a:latin typeface="Arial" pitchFamily="34" charset="0"/>
                <a:ea typeface="Arial" pitchFamily="34" charset="-122"/>
                <a:cs typeface="Arial" pitchFamily="34" charset="-120"/>
              </a:rPr>
              <a:t>S3-S4</a:t>
            </a:r>
            <a:endParaRPr lang="fr-FR" sz="1600" dirty="0"/>
          </a:p>
        </p:txBody>
      </p:sp>
      <p:sp>
        <p:nvSpPr>
          <p:cNvPr id="76" name="Shape 74"/>
          <p:cNvSpPr/>
          <p:nvPr/>
        </p:nvSpPr>
        <p:spPr>
          <a:xfrm>
            <a:off x="9674352" y="4142232"/>
            <a:ext cx="1956816" cy="370332"/>
          </a:xfrm>
          <a:prstGeom prst="rect">
            <a:avLst/>
          </a:prstGeom>
          <a:solidFill>
            <a:srgbClr val="FFFFFF"/>
          </a:solidFill>
          <a:ln w="8890">
            <a:solidFill>
              <a:srgbClr val="FFFFFF"/>
            </a:solidFill>
            <a:prstDash val="solid"/>
          </a:ln>
        </p:spPr>
      </p:sp>
      <p:sp>
        <p:nvSpPr>
          <p:cNvPr id="77" name="Text 75"/>
          <p:cNvSpPr/>
          <p:nvPr/>
        </p:nvSpPr>
        <p:spPr>
          <a:xfrm>
            <a:off x="9765792" y="4197096"/>
            <a:ext cx="1773936" cy="274320"/>
          </a:xfrm>
          <a:prstGeom prst="rect">
            <a:avLst/>
          </a:prstGeom>
          <a:solidFill>
            <a:srgbClr val="FFFFFF">
              <a:alpha val="0"/>
            </a:srgbClr>
          </a:solidFill>
          <a:ln>
            <a:solidFill>
              <a:srgbClr val="FFFFFF">
                <a:alpha val="0"/>
              </a:srgbClr>
            </a:solidFill>
          </a:ln>
        </p:spPr>
        <p:txBody>
          <a:bodyPr wrap="square" lIns="0" tIns="0" rIns="0" bIns="0" rtlCol="0" anchor="ctr">
            <a:normAutofit/>
          </a:bodyPr>
          <a:lstStyle/>
          <a:p>
            <a:pPr algn="l" indent="0" marL="0">
              <a:buNone/>
            </a:pPr>
            <a:r>
              <a:rPr lang="fr-FR" altLang="en-US" sz="1600" b="1" dirty="0">
                <a:solidFill>
                  <a:srgbClr val="C52F3C"/>
                </a:solidFill>
                <a:latin typeface="Arial" pitchFamily="34" charset="0"/>
                <a:ea typeface="Arial" pitchFamily="34" charset="-122"/>
                <a:cs typeface="Arial" pitchFamily="34" charset="-120"/>
              </a:rPr>
              <a:t>S17-S18</a:t>
            </a:r>
            <a:endParaRPr lang="fr-FR" sz="1600" dirty="0"/>
          </a:p>
        </p:txBody>
      </p:sp>
      <p:sp>
        <p:nvSpPr>
          <p:cNvPr id="78" name="Shape 76"/>
          <p:cNvSpPr/>
          <p:nvPr/>
        </p:nvSpPr>
        <p:spPr>
          <a:xfrm>
            <a:off x="548640" y="4535424"/>
            <a:ext cx="1417320" cy="370332"/>
          </a:xfrm>
          <a:prstGeom prst="rect">
            <a:avLst/>
          </a:prstGeom>
          <a:solidFill>
            <a:srgbClr val="F0F3F5"/>
          </a:solidFill>
          <a:ln w="8890">
            <a:solidFill>
              <a:srgbClr val="F0F3F5"/>
            </a:solidFill>
            <a:prstDash val="solid"/>
          </a:ln>
        </p:spPr>
      </p:sp>
      <p:sp>
        <p:nvSpPr>
          <p:cNvPr id="79" name="Text 77"/>
          <p:cNvSpPr/>
          <p:nvPr/>
        </p:nvSpPr>
        <p:spPr>
          <a:xfrm>
            <a:off x="640080" y="4590288"/>
            <a:ext cx="1234440" cy="274320"/>
          </a:xfrm>
          <a:prstGeom prst="rect">
            <a:avLst/>
          </a:prstGeom>
          <a:solidFill>
            <a:srgbClr val="FFFFFF">
              <a:alpha val="0"/>
            </a:srgbClr>
          </a:solidFill>
          <a:ln>
            <a:solidFill>
              <a:srgbClr val="FFFFFF">
                <a:alpha val="0"/>
              </a:srgbClr>
            </a:solidFill>
          </a:ln>
        </p:spPr>
        <p:txBody>
          <a:bodyPr wrap="square" lIns="0" tIns="0" rIns="0" bIns="0" rtlCol="0" anchor="ctr">
            <a:normAutofit/>
          </a:bodyPr>
          <a:lstStyle/>
          <a:p>
            <a:pPr algn="l" indent="0" marL="0">
              <a:buNone/>
            </a:pPr>
            <a:r>
              <a:rPr lang="fr-FR" altLang="en-US" sz="1600" dirty="0">
                <a:solidFill>
                  <a:srgbClr val="203847"/>
                </a:solidFill>
                <a:latin typeface="Arial" pitchFamily="34" charset="0"/>
                <a:ea typeface="Arial" pitchFamily="34" charset="-122"/>
                <a:cs typeface="Arial" pitchFamily="34" charset="-120"/>
              </a:rPr>
              <a:t>REC-01</a:t>
            </a:r>
            <a:endParaRPr lang="fr-FR" sz="1600" dirty="0"/>
          </a:p>
        </p:txBody>
      </p:sp>
      <p:sp>
        <p:nvSpPr>
          <p:cNvPr id="80" name="Shape 78"/>
          <p:cNvSpPr/>
          <p:nvPr/>
        </p:nvSpPr>
        <p:spPr>
          <a:xfrm>
            <a:off x="1965960" y="4535424"/>
            <a:ext cx="3849624" cy="370332"/>
          </a:xfrm>
          <a:prstGeom prst="rect">
            <a:avLst/>
          </a:prstGeom>
          <a:solidFill>
            <a:srgbClr val="F0F3F5"/>
          </a:solidFill>
          <a:ln w="8890">
            <a:solidFill>
              <a:srgbClr val="F0F3F5"/>
            </a:solidFill>
            <a:prstDash val="solid"/>
          </a:ln>
        </p:spPr>
      </p:sp>
      <p:sp>
        <p:nvSpPr>
          <p:cNvPr id="81" name="Text 79"/>
          <p:cNvSpPr/>
          <p:nvPr/>
        </p:nvSpPr>
        <p:spPr>
          <a:xfrm>
            <a:off x="2057400" y="4590288"/>
            <a:ext cx="3666744" cy="274320"/>
          </a:xfrm>
          <a:prstGeom prst="rect">
            <a:avLst/>
          </a:prstGeom>
          <a:solidFill>
            <a:srgbClr val="FFFFFF">
              <a:alpha val="0"/>
            </a:srgbClr>
          </a:solidFill>
          <a:ln>
            <a:solidFill>
              <a:srgbClr val="FFFFFF">
                <a:alpha val="0"/>
              </a:srgbClr>
            </a:solidFill>
          </a:ln>
        </p:spPr>
        <p:txBody>
          <a:bodyPr wrap="square" lIns="0" tIns="0" rIns="0" bIns="0" rtlCol="0" anchor="ctr">
            <a:normAutofit/>
          </a:bodyPr>
          <a:lstStyle/>
          <a:p>
            <a:pPr algn="l" indent="0" marL="0">
              <a:buNone/>
            </a:pPr>
            <a:r>
              <a:rPr lang="fr-FR" altLang="en-US" sz="1600" dirty="0">
                <a:solidFill>
                  <a:srgbClr val="203847"/>
                </a:solidFill>
                <a:latin typeface="Arial" pitchFamily="34" charset="0"/>
                <a:ea typeface="Arial" pitchFamily="34" charset="-122"/>
                <a:cs typeface="Arial" pitchFamily="34" charset="-120"/>
              </a:rPr>
              <a:t>Acceptation / recette</a:t>
            </a:r>
            <a:endParaRPr lang="fr-FR" sz="1600" dirty="0"/>
          </a:p>
        </p:txBody>
      </p:sp>
      <p:sp>
        <p:nvSpPr>
          <p:cNvPr id="82" name="Shape 80"/>
          <p:cNvSpPr/>
          <p:nvPr/>
        </p:nvSpPr>
        <p:spPr>
          <a:xfrm>
            <a:off x="5815584" y="4535424"/>
            <a:ext cx="1956816" cy="370332"/>
          </a:xfrm>
          <a:prstGeom prst="rect">
            <a:avLst/>
          </a:prstGeom>
          <a:solidFill>
            <a:srgbClr val="F0F3F5"/>
          </a:solidFill>
          <a:ln w="8890">
            <a:solidFill>
              <a:srgbClr val="F0F3F5"/>
            </a:solidFill>
            <a:prstDash val="solid"/>
          </a:ln>
        </p:spPr>
      </p:sp>
      <p:sp>
        <p:nvSpPr>
          <p:cNvPr id="83" name="Text 81"/>
          <p:cNvSpPr/>
          <p:nvPr/>
        </p:nvSpPr>
        <p:spPr>
          <a:xfrm>
            <a:off x="5907024" y="4590288"/>
            <a:ext cx="1773936" cy="274320"/>
          </a:xfrm>
          <a:prstGeom prst="rect">
            <a:avLst/>
          </a:prstGeom>
          <a:solidFill>
            <a:srgbClr val="FFFFFF">
              <a:alpha val="0"/>
            </a:srgbClr>
          </a:solidFill>
          <a:ln>
            <a:solidFill>
              <a:srgbClr val="FFFFFF">
                <a:alpha val="0"/>
              </a:srgbClr>
            </a:solidFill>
          </a:ln>
        </p:spPr>
        <p:txBody>
          <a:bodyPr wrap="square" lIns="0" tIns="0" rIns="0" bIns="0" rtlCol="0" anchor="ctr">
            <a:normAutofit/>
          </a:bodyPr>
          <a:lstStyle/>
          <a:p>
            <a:pPr algn="l" indent="0" marL="0">
              <a:buNone/>
            </a:pPr>
            <a:r>
              <a:rPr lang="fr-FR" altLang="en-US" sz="1600" dirty="0">
                <a:solidFill>
                  <a:srgbClr val="203847"/>
                </a:solidFill>
                <a:latin typeface="Arial" pitchFamily="34" charset="0"/>
                <a:ea typeface="Arial" pitchFamily="34" charset="-122"/>
                <a:cs typeface="Arial" pitchFamily="34" charset="-120"/>
              </a:rPr>
              <a:t>C5</a:t>
            </a:r>
            <a:endParaRPr lang="fr-FR" sz="1600" dirty="0"/>
          </a:p>
        </p:txBody>
      </p:sp>
      <p:sp>
        <p:nvSpPr>
          <p:cNvPr id="84" name="Shape 82"/>
          <p:cNvSpPr/>
          <p:nvPr/>
        </p:nvSpPr>
        <p:spPr>
          <a:xfrm>
            <a:off x="7772400" y="4535424"/>
            <a:ext cx="1901952" cy="370332"/>
          </a:xfrm>
          <a:prstGeom prst="rect">
            <a:avLst/>
          </a:prstGeom>
          <a:solidFill>
            <a:srgbClr val="F0F3F5"/>
          </a:solidFill>
          <a:ln w="8890">
            <a:solidFill>
              <a:srgbClr val="F0F3F5"/>
            </a:solidFill>
            <a:prstDash val="solid"/>
          </a:ln>
        </p:spPr>
      </p:sp>
      <p:sp>
        <p:nvSpPr>
          <p:cNvPr id="85" name="Text 83"/>
          <p:cNvSpPr/>
          <p:nvPr/>
        </p:nvSpPr>
        <p:spPr>
          <a:xfrm>
            <a:off x="7863840" y="4590288"/>
            <a:ext cx="1719072" cy="274320"/>
          </a:xfrm>
          <a:prstGeom prst="rect">
            <a:avLst/>
          </a:prstGeom>
          <a:solidFill>
            <a:srgbClr val="FFFFFF">
              <a:alpha val="0"/>
            </a:srgbClr>
          </a:solidFill>
          <a:ln>
            <a:solidFill>
              <a:srgbClr val="FFFFFF">
                <a:alpha val="0"/>
              </a:srgbClr>
            </a:solidFill>
          </a:ln>
        </p:spPr>
        <p:txBody>
          <a:bodyPr wrap="square" lIns="0" tIns="0" rIns="0" bIns="0" rtlCol="0" anchor="ctr">
            <a:normAutofit/>
          </a:bodyPr>
          <a:lstStyle/>
          <a:p>
            <a:pPr algn="l" indent="0" marL="0">
              <a:buNone/>
            </a:pPr>
            <a:r>
              <a:rPr lang="fr-FR" altLang="en-US" sz="1600" b="1" dirty="0">
                <a:solidFill>
                  <a:srgbClr val="203847"/>
                </a:solidFill>
                <a:latin typeface="Arial" pitchFamily="34" charset="0"/>
                <a:ea typeface="Arial" pitchFamily="34" charset="-122"/>
                <a:cs typeface="Arial" pitchFamily="34" charset="-120"/>
              </a:rPr>
              <a:t>S3-S4</a:t>
            </a:r>
            <a:endParaRPr lang="fr-FR" sz="1600" dirty="0"/>
          </a:p>
        </p:txBody>
      </p:sp>
      <p:sp>
        <p:nvSpPr>
          <p:cNvPr id="86" name="Shape 84"/>
          <p:cNvSpPr/>
          <p:nvPr/>
        </p:nvSpPr>
        <p:spPr>
          <a:xfrm>
            <a:off x="9674352" y="4535424"/>
            <a:ext cx="1956816" cy="370332"/>
          </a:xfrm>
          <a:prstGeom prst="rect">
            <a:avLst/>
          </a:prstGeom>
          <a:solidFill>
            <a:srgbClr val="F0F3F5"/>
          </a:solidFill>
          <a:ln w="8890">
            <a:solidFill>
              <a:srgbClr val="F0F3F5"/>
            </a:solidFill>
            <a:prstDash val="solid"/>
          </a:ln>
        </p:spPr>
      </p:sp>
      <p:sp>
        <p:nvSpPr>
          <p:cNvPr id="87" name="Text 85"/>
          <p:cNvSpPr/>
          <p:nvPr/>
        </p:nvSpPr>
        <p:spPr>
          <a:xfrm>
            <a:off x="9765792" y="4590288"/>
            <a:ext cx="1773936" cy="274320"/>
          </a:xfrm>
          <a:prstGeom prst="rect">
            <a:avLst/>
          </a:prstGeom>
          <a:solidFill>
            <a:srgbClr val="FFFFFF">
              <a:alpha val="0"/>
            </a:srgbClr>
          </a:solidFill>
          <a:ln>
            <a:solidFill>
              <a:srgbClr val="FFFFFF">
                <a:alpha val="0"/>
              </a:srgbClr>
            </a:solidFill>
          </a:ln>
        </p:spPr>
        <p:txBody>
          <a:bodyPr wrap="square" lIns="0" tIns="0" rIns="0" bIns="0" rtlCol="0" anchor="ctr">
            <a:normAutofit/>
          </a:bodyPr>
          <a:lstStyle/>
          <a:p>
            <a:pPr algn="l" indent="0" marL="0">
              <a:buNone/>
            </a:pPr>
            <a:r>
              <a:rPr lang="fr-FR" altLang="en-US" sz="1600" b="1" dirty="0">
                <a:solidFill>
                  <a:srgbClr val="C52F3C"/>
                </a:solidFill>
                <a:latin typeface="Arial" pitchFamily="34" charset="0"/>
                <a:ea typeface="Arial" pitchFamily="34" charset="-122"/>
                <a:cs typeface="Arial" pitchFamily="34" charset="-120"/>
              </a:rPr>
              <a:t>S21-S22</a:t>
            </a:r>
            <a:endParaRPr lang="fr-FR" sz="1600" dirty="0"/>
          </a:p>
        </p:txBody>
      </p:sp>
      <p:sp>
        <p:nvSpPr>
          <p:cNvPr id="88" name="Shape 86"/>
          <p:cNvSpPr/>
          <p:nvPr/>
        </p:nvSpPr>
        <p:spPr>
          <a:xfrm>
            <a:off x="548640" y="4928616"/>
            <a:ext cx="1417320" cy="370332"/>
          </a:xfrm>
          <a:prstGeom prst="rect">
            <a:avLst/>
          </a:prstGeom>
          <a:solidFill>
            <a:srgbClr val="FFFFFF"/>
          </a:solidFill>
          <a:ln w="8890">
            <a:solidFill>
              <a:srgbClr val="FFFFFF"/>
            </a:solidFill>
            <a:prstDash val="solid"/>
          </a:ln>
        </p:spPr>
      </p:sp>
      <p:sp>
        <p:nvSpPr>
          <p:cNvPr id="89" name="Text 87"/>
          <p:cNvSpPr/>
          <p:nvPr/>
        </p:nvSpPr>
        <p:spPr>
          <a:xfrm>
            <a:off x="640080" y="4983480"/>
            <a:ext cx="1234440" cy="274320"/>
          </a:xfrm>
          <a:prstGeom prst="rect">
            <a:avLst/>
          </a:prstGeom>
          <a:solidFill>
            <a:srgbClr val="FFFFFF">
              <a:alpha val="0"/>
            </a:srgbClr>
          </a:solidFill>
          <a:ln>
            <a:solidFill>
              <a:srgbClr val="FFFFFF">
                <a:alpha val="0"/>
              </a:srgbClr>
            </a:solidFill>
          </a:ln>
        </p:spPr>
        <p:txBody>
          <a:bodyPr wrap="square" lIns="0" tIns="0" rIns="0" bIns="0" rtlCol="0" anchor="ctr">
            <a:normAutofit/>
          </a:bodyPr>
          <a:lstStyle/>
          <a:p>
            <a:pPr algn="l" indent="0" marL="0">
              <a:buNone/>
            </a:pPr>
            <a:r>
              <a:rPr lang="fr-FR" altLang="en-US" sz="1600" dirty="0">
                <a:solidFill>
                  <a:srgbClr val="203847"/>
                </a:solidFill>
                <a:latin typeface="Arial" pitchFamily="34" charset="0"/>
                <a:ea typeface="Arial" pitchFamily="34" charset="-122"/>
                <a:cs typeface="Arial" pitchFamily="34" charset="-120"/>
              </a:rPr>
              <a:t>REC-02</a:t>
            </a:r>
            <a:endParaRPr lang="fr-FR" sz="1600" dirty="0"/>
          </a:p>
        </p:txBody>
      </p:sp>
      <p:sp>
        <p:nvSpPr>
          <p:cNvPr id="90" name="Shape 88"/>
          <p:cNvSpPr/>
          <p:nvPr/>
        </p:nvSpPr>
        <p:spPr>
          <a:xfrm>
            <a:off x="1965960" y="4928616"/>
            <a:ext cx="3849624" cy="370332"/>
          </a:xfrm>
          <a:prstGeom prst="rect">
            <a:avLst/>
          </a:prstGeom>
          <a:solidFill>
            <a:srgbClr val="FFFFFF"/>
          </a:solidFill>
          <a:ln w="8890">
            <a:solidFill>
              <a:srgbClr val="FFFFFF"/>
            </a:solidFill>
            <a:prstDash val="solid"/>
          </a:ln>
        </p:spPr>
      </p:sp>
      <p:sp>
        <p:nvSpPr>
          <p:cNvPr id="91" name="Text 89"/>
          <p:cNvSpPr/>
          <p:nvPr/>
        </p:nvSpPr>
        <p:spPr>
          <a:xfrm>
            <a:off x="2057400" y="4983480"/>
            <a:ext cx="3666744" cy="274320"/>
          </a:xfrm>
          <a:prstGeom prst="rect">
            <a:avLst/>
          </a:prstGeom>
          <a:solidFill>
            <a:srgbClr val="FFFFFF">
              <a:alpha val="0"/>
            </a:srgbClr>
          </a:solidFill>
          <a:ln>
            <a:solidFill>
              <a:srgbClr val="FFFFFF">
                <a:alpha val="0"/>
              </a:srgbClr>
            </a:solidFill>
          </a:ln>
        </p:spPr>
        <p:txBody>
          <a:bodyPr wrap="square" lIns="0" tIns="0" rIns="0" bIns="0" rtlCol="0" anchor="ctr">
            <a:normAutofit/>
          </a:bodyPr>
          <a:lstStyle/>
          <a:p>
            <a:pPr algn="l" indent="0" marL="0">
              <a:buNone/>
            </a:pPr>
            <a:r>
              <a:rPr lang="fr-FR" altLang="en-US" sz="1600" dirty="0">
                <a:solidFill>
                  <a:srgbClr val="203847"/>
                </a:solidFill>
                <a:latin typeface="Arial" pitchFamily="34" charset="0"/>
                <a:ea typeface="Arial" pitchFamily="34" charset="-122"/>
                <a:cs typeface="Arial" pitchFamily="34" charset="-120"/>
              </a:rPr>
              <a:t>Acceptation / recette</a:t>
            </a:r>
            <a:endParaRPr lang="fr-FR" sz="1600" dirty="0"/>
          </a:p>
        </p:txBody>
      </p:sp>
      <p:sp>
        <p:nvSpPr>
          <p:cNvPr id="92" name="Shape 90"/>
          <p:cNvSpPr/>
          <p:nvPr/>
        </p:nvSpPr>
        <p:spPr>
          <a:xfrm>
            <a:off x="5815584" y="4928616"/>
            <a:ext cx="1956816" cy="370332"/>
          </a:xfrm>
          <a:prstGeom prst="rect">
            <a:avLst/>
          </a:prstGeom>
          <a:solidFill>
            <a:srgbClr val="FFFFFF"/>
          </a:solidFill>
          <a:ln w="8890">
            <a:solidFill>
              <a:srgbClr val="FFFFFF"/>
            </a:solidFill>
            <a:prstDash val="solid"/>
          </a:ln>
        </p:spPr>
      </p:sp>
      <p:sp>
        <p:nvSpPr>
          <p:cNvPr id="93" name="Text 91"/>
          <p:cNvSpPr/>
          <p:nvPr/>
        </p:nvSpPr>
        <p:spPr>
          <a:xfrm>
            <a:off x="5907024" y="4983480"/>
            <a:ext cx="1773936" cy="274320"/>
          </a:xfrm>
          <a:prstGeom prst="rect">
            <a:avLst/>
          </a:prstGeom>
          <a:solidFill>
            <a:srgbClr val="FFFFFF">
              <a:alpha val="0"/>
            </a:srgbClr>
          </a:solidFill>
          <a:ln>
            <a:solidFill>
              <a:srgbClr val="FFFFFF">
                <a:alpha val="0"/>
              </a:srgbClr>
            </a:solidFill>
          </a:ln>
        </p:spPr>
        <p:txBody>
          <a:bodyPr wrap="square" lIns="0" tIns="0" rIns="0" bIns="0" rtlCol="0" anchor="ctr">
            <a:normAutofit/>
          </a:bodyPr>
          <a:lstStyle/>
          <a:p>
            <a:pPr algn="l" indent="0" marL="0">
              <a:buNone/>
            </a:pPr>
            <a:r>
              <a:rPr lang="fr-FR" altLang="en-US" sz="1600" dirty="0">
                <a:solidFill>
                  <a:srgbClr val="203847"/>
                </a:solidFill>
                <a:latin typeface="Arial" pitchFamily="34" charset="0"/>
                <a:ea typeface="Arial" pitchFamily="34" charset="-122"/>
                <a:cs typeface="Arial" pitchFamily="34" charset="-120"/>
              </a:rPr>
              <a:t>C4, C5</a:t>
            </a:r>
            <a:endParaRPr lang="fr-FR" sz="1600" dirty="0"/>
          </a:p>
        </p:txBody>
      </p:sp>
      <p:sp>
        <p:nvSpPr>
          <p:cNvPr id="94" name="Shape 92"/>
          <p:cNvSpPr/>
          <p:nvPr/>
        </p:nvSpPr>
        <p:spPr>
          <a:xfrm>
            <a:off x="7772400" y="4928616"/>
            <a:ext cx="1901952" cy="370332"/>
          </a:xfrm>
          <a:prstGeom prst="rect">
            <a:avLst/>
          </a:prstGeom>
          <a:solidFill>
            <a:srgbClr val="FFFFFF"/>
          </a:solidFill>
          <a:ln w="8890">
            <a:solidFill>
              <a:srgbClr val="FFFFFF"/>
            </a:solidFill>
            <a:prstDash val="solid"/>
          </a:ln>
        </p:spPr>
      </p:sp>
      <p:sp>
        <p:nvSpPr>
          <p:cNvPr id="95" name="Text 93"/>
          <p:cNvSpPr/>
          <p:nvPr/>
        </p:nvSpPr>
        <p:spPr>
          <a:xfrm>
            <a:off x="7863840" y="4983480"/>
            <a:ext cx="1719072" cy="274320"/>
          </a:xfrm>
          <a:prstGeom prst="rect">
            <a:avLst/>
          </a:prstGeom>
          <a:solidFill>
            <a:srgbClr val="FFFFFF">
              <a:alpha val="0"/>
            </a:srgbClr>
          </a:solidFill>
          <a:ln>
            <a:solidFill>
              <a:srgbClr val="FFFFFF">
                <a:alpha val="0"/>
              </a:srgbClr>
            </a:solidFill>
          </a:ln>
        </p:spPr>
        <p:txBody>
          <a:bodyPr wrap="square" lIns="0" tIns="0" rIns="0" bIns="0" rtlCol="0" anchor="ctr">
            <a:normAutofit/>
          </a:bodyPr>
          <a:lstStyle/>
          <a:p>
            <a:pPr algn="l" indent="0" marL="0">
              <a:buNone/>
            </a:pPr>
            <a:r>
              <a:rPr lang="fr-FR" altLang="en-US" sz="1600" b="1" dirty="0">
                <a:solidFill>
                  <a:srgbClr val="203847"/>
                </a:solidFill>
                <a:latin typeface="Arial" pitchFamily="34" charset="0"/>
                <a:ea typeface="Arial" pitchFamily="34" charset="-122"/>
                <a:cs typeface="Arial" pitchFamily="34" charset="-120"/>
              </a:rPr>
              <a:t>S3-S4</a:t>
            </a:r>
            <a:endParaRPr lang="fr-FR" sz="1600" dirty="0"/>
          </a:p>
        </p:txBody>
      </p:sp>
      <p:sp>
        <p:nvSpPr>
          <p:cNvPr id="96" name="Shape 94"/>
          <p:cNvSpPr/>
          <p:nvPr/>
        </p:nvSpPr>
        <p:spPr>
          <a:xfrm>
            <a:off x="9674352" y="4928616"/>
            <a:ext cx="1956816" cy="370332"/>
          </a:xfrm>
          <a:prstGeom prst="rect">
            <a:avLst/>
          </a:prstGeom>
          <a:solidFill>
            <a:srgbClr val="FFFFFF"/>
          </a:solidFill>
          <a:ln w="8890">
            <a:solidFill>
              <a:srgbClr val="FFFFFF"/>
            </a:solidFill>
            <a:prstDash val="solid"/>
          </a:ln>
        </p:spPr>
      </p:sp>
      <p:sp>
        <p:nvSpPr>
          <p:cNvPr id="97" name="Text 95"/>
          <p:cNvSpPr/>
          <p:nvPr/>
        </p:nvSpPr>
        <p:spPr>
          <a:xfrm>
            <a:off x="9765792" y="4983480"/>
            <a:ext cx="1773936" cy="274320"/>
          </a:xfrm>
          <a:prstGeom prst="rect">
            <a:avLst/>
          </a:prstGeom>
          <a:solidFill>
            <a:srgbClr val="FFFFFF">
              <a:alpha val="0"/>
            </a:srgbClr>
          </a:solidFill>
          <a:ln>
            <a:solidFill>
              <a:srgbClr val="FFFFFF">
                <a:alpha val="0"/>
              </a:srgbClr>
            </a:solidFill>
          </a:ln>
        </p:spPr>
        <p:txBody>
          <a:bodyPr wrap="square" lIns="0" tIns="0" rIns="0" bIns="0" rtlCol="0" anchor="ctr">
            <a:normAutofit/>
          </a:bodyPr>
          <a:lstStyle/>
          <a:p>
            <a:pPr algn="l" indent="0" marL="0">
              <a:buNone/>
            </a:pPr>
            <a:r>
              <a:rPr lang="fr-FR" altLang="en-US" sz="1600" b="1" dirty="0">
                <a:solidFill>
                  <a:srgbClr val="C52F3C"/>
                </a:solidFill>
                <a:latin typeface="Arial" pitchFamily="34" charset="0"/>
                <a:ea typeface="Arial" pitchFamily="34" charset="-122"/>
                <a:cs typeface="Arial" pitchFamily="34" charset="-120"/>
              </a:rPr>
              <a:t>S21-S22</a:t>
            </a:r>
            <a:endParaRPr lang="fr-FR" sz="1600" dirty="0"/>
          </a:p>
        </p:txBody>
      </p:sp>
      <p:sp>
        <p:nvSpPr>
          <p:cNvPr id="98" name="Text 96"/>
          <p:cNvSpPr/>
          <p:nvPr/>
        </p:nvSpPr>
        <p:spPr>
          <a:xfrm>
            <a:off x="685800" y="5504688"/>
            <a:ext cx="10881360" cy="329184"/>
          </a:xfrm>
          <a:prstGeom prst="rect">
            <a:avLst/>
          </a:prstGeom>
          <a:solidFill>
            <a:srgbClr val="FFFFFF">
              <a:alpha val="0"/>
            </a:srgbClr>
          </a:solidFill>
          <a:ln>
            <a:solidFill>
              <a:srgbClr val="FFFFFF">
                <a:alpha val="0"/>
              </a:srgbClr>
            </a:solidFill>
          </a:ln>
        </p:spPr>
        <p:txBody>
          <a:bodyPr wrap="square" lIns="0" tIns="0" rIns="0" bIns="0" rtlCol="0" anchor="ctr">
            <a:normAutofit/>
          </a:bodyPr>
          <a:lstStyle/>
          <a:p>
            <a:pPr algn="l" indent="0" marL="0">
              <a:buNone/>
            </a:pPr>
            <a:r>
              <a:rPr lang="fr-FR" altLang="en-US" sz="2100" b="1" dirty="0">
                <a:solidFill>
                  <a:srgbClr val="C52F3C"/>
                </a:solidFill>
                <a:latin typeface="Arial" pitchFamily="34" charset="0"/>
                <a:ea typeface="Arial" pitchFamily="34" charset="-122"/>
                <a:cs typeface="Arial" pitchFamily="34" charset="-120"/>
              </a:rPr>
              <a:t>Statut initial des fiches : NON EXÉCUTÉ.</a:t>
            </a:r>
            <a:endParaRPr lang="fr-FR" sz="2100" dirty="0"/>
          </a:p>
        </p:txBody>
      </p:sp>
      <p:sp>
        <p:nvSpPr>
          <p:cNvPr id="99" name="Text 97"/>
          <p:cNvSpPr/>
          <p:nvPr/>
        </p:nvSpPr>
        <p:spPr>
          <a:xfrm>
            <a:off x="685800" y="5989320"/>
            <a:ext cx="10881360" cy="246888"/>
          </a:xfrm>
          <a:prstGeom prst="rect">
            <a:avLst/>
          </a:prstGeom>
          <a:solidFill>
            <a:srgbClr val="FFFFFF">
              <a:alpha val="0"/>
            </a:srgbClr>
          </a:solidFill>
          <a:ln>
            <a:solidFill>
              <a:srgbClr val="FFFFFF">
                <a:alpha val="0"/>
              </a:srgbClr>
            </a:solidFill>
          </a:ln>
        </p:spPr>
        <p:txBody>
          <a:bodyPr wrap="square" lIns="0" tIns="0" rIns="0" bIns="0" rtlCol="0" anchor="ctr">
            <a:normAutofit/>
          </a:bodyPr>
          <a:lstStyle/>
          <a:p>
            <a:pPr algn="l" indent="0" marL="0">
              <a:buNone/>
            </a:pPr>
            <a:r>
              <a:rPr lang="fr-FR" altLang="en-US" sz="1600" dirty="0">
                <a:solidFill>
                  <a:srgbClr val="5B6770"/>
                </a:solidFill>
                <a:latin typeface="Arial" pitchFamily="34" charset="0"/>
                <a:ea typeface="Arial" pitchFamily="34" charset="-122"/>
                <a:cs typeface="Arial" pitchFamily="34" charset="-120"/>
              </a:rPr>
              <a:t>S19-S20 : corrections et non-régression. Un test bloqué doit être replanifié, jamais validé par défaut.</a:t>
            </a:r>
            <a:endParaRPr lang="fr-FR" sz="16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347472"/>
            <a:ext cx="457200" cy="54864"/>
          </a:xfrm>
          <a:prstGeom prst="rect">
            <a:avLst/>
          </a:prstGeom>
          <a:solidFill>
            <a:srgbClr val="C52F3C"/>
          </a:solidFill>
          <a:ln w="8890">
            <a:solidFill>
              <a:srgbClr val="C52F3C"/>
            </a:solidFill>
            <a:prstDash val="solid"/>
          </a:ln>
        </p:spPr>
      </p:sp>
      <p:sp>
        <p:nvSpPr>
          <p:cNvPr id="3" name="Text 1"/>
          <p:cNvSpPr/>
          <p:nvPr/>
        </p:nvSpPr>
        <p:spPr>
          <a:xfrm>
            <a:off x="1124712" y="274320"/>
            <a:ext cx="9784080" cy="237744"/>
          </a:xfrm>
          <a:prstGeom prst="rect">
            <a:avLst/>
          </a:prstGeom>
          <a:solidFill>
            <a:srgbClr val="FFFFFF">
              <a:alpha val="0"/>
            </a:srgbClr>
          </a:solidFill>
          <a:ln>
            <a:solidFill>
              <a:srgbClr val="FFFFFF">
                <a:alpha val="0"/>
              </a:srgbClr>
            </a:solidFill>
          </a:ln>
        </p:spPr>
        <p:txBody>
          <a:bodyPr wrap="square" lIns="0" tIns="0" rIns="0" bIns="0" rtlCol="0" anchor="ctr">
            <a:normAutofit/>
          </a:bodyPr>
          <a:lstStyle/>
          <a:p>
            <a:pPr algn="l" indent="0" marL="0">
              <a:buNone/>
            </a:pPr>
            <a:r>
              <a:rPr lang="fr-FR" altLang="en-US" sz="1100" b="1" spc="130" kern="0" dirty="0">
                <a:solidFill>
                  <a:srgbClr val="5B6770"/>
                </a:solidFill>
                <a:latin typeface="Arial" pitchFamily="34" charset="0"/>
                <a:ea typeface="Arial" pitchFamily="34" charset="-122"/>
                <a:cs typeface="Arial" pitchFamily="34" charset="-120"/>
              </a:rPr>
              <a:t>EXEMPLE CONCRET : TI-01 PUIS TS-02</a:t>
            </a:r>
            <a:endParaRPr lang="fr-FR" sz="1100" dirty="0"/>
          </a:p>
        </p:txBody>
      </p:sp>
      <p:sp>
        <p:nvSpPr>
          <p:cNvPr id="4" name="Text 2"/>
          <p:cNvSpPr/>
          <p:nvPr/>
        </p:nvSpPr>
        <p:spPr>
          <a:xfrm>
            <a:off x="548640" y="822960"/>
            <a:ext cx="11064240" cy="557784"/>
          </a:xfrm>
          <a:prstGeom prst="rect">
            <a:avLst/>
          </a:prstGeom>
          <a:solidFill>
            <a:srgbClr val="FFFFFF">
              <a:alpha val="0"/>
            </a:srgbClr>
          </a:solidFill>
          <a:ln>
            <a:solidFill>
              <a:srgbClr val="FFFFFF">
                <a:alpha val="0"/>
              </a:srgbClr>
            </a:solidFill>
          </a:ln>
        </p:spPr>
        <p:txBody>
          <a:bodyPr wrap="square" lIns="0" tIns="0" rIns="0" bIns="0" rtlCol="0" anchor="ctr">
            <a:normAutofit/>
          </a:bodyPr>
          <a:lstStyle/>
          <a:p>
            <a:pPr algn="l" indent="0" marL="0">
              <a:buNone/>
            </a:pPr>
            <a:r>
              <a:rPr lang="fr-FR" altLang="en-US" sz="3000" b="1" dirty="0">
                <a:solidFill>
                  <a:srgbClr val="203847"/>
                </a:solidFill>
                <a:latin typeface="Arial" pitchFamily="34" charset="0"/>
                <a:ea typeface="Arial" pitchFamily="34" charset="-122"/>
                <a:cs typeface="Arial" pitchFamily="34" charset="-120"/>
              </a:rPr>
              <a:t>Le test fil rouge : A ne doit jamais voir B</a:t>
            </a:r>
            <a:endParaRPr lang="fr-FR" sz="3000" dirty="0"/>
          </a:p>
        </p:txBody>
      </p:sp>
      <p:sp>
        <p:nvSpPr>
          <p:cNvPr id="5" name="Shape 3"/>
          <p:cNvSpPr/>
          <p:nvPr/>
        </p:nvSpPr>
        <p:spPr>
          <a:xfrm>
            <a:off x="548640" y="6437376"/>
            <a:ext cx="11082528" cy="0"/>
          </a:xfrm>
          <a:prstGeom prst="line">
            <a:avLst/>
          </a:prstGeom>
          <a:solidFill>
            <a:srgbClr val="FFFFFF">
              <a:alpha val="0"/>
            </a:srgbClr>
          </a:solidFill>
          <a:ln w="19050">
            <a:solidFill>
              <a:srgbClr val="DCE2E6"/>
            </a:solidFill>
            <a:prstDash val="solid"/>
          </a:ln>
        </p:spPr>
      </p:sp>
      <p:sp>
        <p:nvSpPr>
          <p:cNvPr id="6" name="Text 4"/>
          <p:cNvSpPr/>
          <p:nvPr/>
        </p:nvSpPr>
        <p:spPr>
          <a:xfrm>
            <a:off x="548640" y="6510528"/>
            <a:ext cx="10424160" cy="182880"/>
          </a:xfrm>
          <a:prstGeom prst="rect">
            <a:avLst/>
          </a:prstGeom>
          <a:solidFill>
            <a:srgbClr val="FFFFFF">
              <a:alpha val="0"/>
            </a:srgbClr>
          </a:solidFill>
          <a:ln>
            <a:solidFill>
              <a:srgbClr val="FFFFFF">
                <a:alpha val="0"/>
              </a:srgbClr>
            </a:solidFill>
          </a:ln>
        </p:spPr>
        <p:txBody>
          <a:bodyPr wrap="square" lIns="0" tIns="0" rIns="0" bIns="0" rtlCol="0" anchor="ctr">
            <a:normAutofit/>
          </a:bodyPr>
          <a:lstStyle/>
          <a:p>
            <a:pPr algn="l" indent="0" marL="0">
              <a:buNone/>
            </a:pPr>
            <a:r>
              <a:rPr lang="fr-FR" altLang="en-US" sz="900" dirty="0">
                <a:solidFill>
                  <a:srgbClr val="5B6770"/>
                </a:solidFill>
                <a:latin typeface="Arial" pitchFamily="34" charset="0"/>
                <a:ea typeface="Arial" pitchFamily="34" charset="-122"/>
                <a:cs typeface="Arial" pitchFamily="34" charset="-120"/>
              </a:rPr>
              <a:t>Verisure | RGPD-01 | Mise en œuvre</a:t>
            </a:r>
            <a:endParaRPr lang="fr-FR" sz="900" dirty="0"/>
          </a:p>
        </p:txBody>
      </p:sp>
      <p:sp>
        <p:nvSpPr>
          <p:cNvPr id="7" name="Text 5"/>
          <p:cNvSpPr/>
          <p:nvPr/>
        </p:nvSpPr>
        <p:spPr>
          <a:xfrm>
            <a:off x="11137392" y="6492240"/>
            <a:ext cx="502920" cy="201168"/>
          </a:xfrm>
          <a:prstGeom prst="rect">
            <a:avLst/>
          </a:prstGeom>
          <a:solidFill>
            <a:srgbClr val="FFFFFF">
              <a:alpha val="0"/>
            </a:srgbClr>
          </a:solidFill>
          <a:ln>
            <a:solidFill>
              <a:srgbClr val="FFFFFF">
                <a:alpha val="0"/>
              </a:srgbClr>
            </a:solidFill>
          </a:ln>
        </p:spPr>
        <p:txBody>
          <a:bodyPr wrap="square" lIns="0" tIns="0" rIns="0" bIns="0" rtlCol="0" anchor="ctr">
            <a:normAutofit/>
          </a:bodyPr>
          <a:lstStyle/>
          <a:p>
            <a:pPr algn="r" indent="0" marL="0">
              <a:buNone/>
            </a:pPr>
            <a:r>
              <a:rPr lang="fr-FR" altLang="en-US" sz="1000" dirty="0">
                <a:solidFill>
                  <a:srgbClr val="5B6770"/>
                </a:solidFill>
                <a:latin typeface="Arial" pitchFamily="34" charset="0"/>
                <a:ea typeface="Arial" pitchFamily="34" charset="-122"/>
                <a:cs typeface="Arial" pitchFamily="34" charset="-120"/>
              </a:rPr>
              <a:t>9</a:t>
            </a:r>
            <a:endParaRPr lang="fr-FR" sz="1000" dirty="0"/>
          </a:p>
        </p:txBody>
      </p:sp>
      <p:sp>
        <p:nvSpPr>
          <p:cNvPr id="8" name="Shape 6"/>
          <p:cNvSpPr/>
          <p:nvPr/>
        </p:nvSpPr>
        <p:spPr>
          <a:xfrm>
            <a:off x="548640" y="1755648"/>
            <a:ext cx="3493008" cy="2103120"/>
          </a:xfrm>
          <a:prstGeom prst="rect">
            <a:avLst/>
          </a:prstGeom>
          <a:solidFill>
            <a:srgbClr val="F0F3F5"/>
          </a:solidFill>
          <a:ln w="8890">
            <a:solidFill>
              <a:srgbClr val="F0F3F5"/>
            </a:solidFill>
            <a:prstDash val="solid"/>
          </a:ln>
        </p:spPr>
      </p:sp>
      <p:sp>
        <p:nvSpPr>
          <p:cNvPr id="9" name="Text 7"/>
          <p:cNvSpPr/>
          <p:nvPr/>
        </p:nvSpPr>
        <p:spPr>
          <a:xfrm>
            <a:off x="713232" y="1956816"/>
            <a:ext cx="3163824" cy="310896"/>
          </a:xfrm>
          <a:prstGeom prst="rect">
            <a:avLst/>
          </a:prstGeom>
          <a:solidFill>
            <a:srgbClr val="FFFFFF">
              <a:alpha val="0"/>
            </a:srgbClr>
          </a:solidFill>
          <a:ln>
            <a:solidFill>
              <a:srgbClr val="FFFFFF">
                <a:alpha val="0"/>
              </a:srgbClr>
            </a:solidFill>
          </a:ln>
        </p:spPr>
        <p:txBody>
          <a:bodyPr wrap="square" lIns="0" tIns="0" rIns="0" bIns="0" rtlCol="0" anchor="ctr">
            <a:normAutofit/>
          </a:bodyPr>
          <a:lstStyle/>
          <a:p>
            <a:pPr algn="l" indent="0" marL="0">
              <a:buNone/>
            </a:pPr>
            <a:r>
              <a:rPr lang="fr-FR" altLang="en-US" sz="2000" b="1" dirty="0">
                <a:solidFill>
                  <a:srgbClr val="203847"/>
                </a:solidFill>
                <a:latin typeface="Arial" pitchFamily="34" charset="0"/>
                <a:ea typeface="Arial" pitchFamily="34" charset="-122"/>
                <a:cs typeface="Arial" pitchFamily="34" charset="-120"/>
              </a:rPr>
              <a:t>Session A / foyer A</a:t>
            </a:r>
            <a:endParaRPr lang="fr-FR" sz="2000" dirty="0"/>
          </a:p>
        </p:txBody>
      </p:sp>
      <p:sp>
        <p:nvSpPr>
          <p:cNvPr id="10" name="Text 8"/>
          <p:cNvSpPr/>
          <p:nvPr/>
        </p:nvSpPr>
        <p:spPr>
          <a:xfrm>
            <a:off x="713232" y="2514600"/>
            <a:ext cx="3163824" cy="640080"/>
          </a:xfrm>
          <a:prstGeom prst="rect">
            <a:avLst/>
          </a:prstGeom>
          <a:solidFill>
            <a:srgbClr val="FFFFFF">
              <a:alpha val="0"/>
            </a:srgbClr>
          </a:solidFill>
          <a:ln>
            <a:solidFill>
              <a:srgbClr val="FFFFFF">
                <a:alpha val="0"/>
              </a:srgbClr>
            </a:solidFill>
          </a:ln>
        </p:spPr>
        <p:txBody>
          <a:bodyPr wrap="square" lIns="0" tIns="0" rIns="0" bIns="0" rtlCol="0" anchor="ctr">
            <a:normAutofit/>
          </a:bodyPr>
          <a:lstStyle/>
          <a:p>
            <a:pPr algn="l" indent="0" marL="0">
              <a:buNone/>
            </a:pPr>
            <a:r>
              <a:rPr lang="fr-FR" altLang="en-US" sz="4300" b="1" dirty="0">
                <a:solidFill>
                  <a:srgbClr val="C52F3C"/>
                </a:solidFill>
                <a:latin typeface="Arial" pitchFamily="34" charset="0"/>
                <a:ea typeface="Arial" pitchFamily="34" charset="-122"/>
                <a:cs typeface="Arial" pitchFamily="34" charset="-120"/>
              </a:rPr>
              <a:t>200</a:t>
            </a:r>
            <a:endParaRPr lang="fr-FR" sz="4300" dirty="0"/>
          </a:p>
        </p:txBody>
      </p:sp>
      <p:sp>
        <p:nvSpPr>
          <p:cNvPr id="11" name="Text 9"/>
          <p:cNvSpPr/>
          <p:nvPr/>
        </p:nvSpPr>
        <p:spPr>
          <a:xfrm>
            <a:off x="713232" y="3282696"/>
            <a:ext cx="3163824" cy="402336"/>
          </a:xfrm>
          <a:prstGeom prst="rect">
            <a:avLst/>
          </a:prstGeom>
          <a:solidFill>
            <a:srgbClr val="FFFFFF">
              <a:alpha val="0"/>
            </a:srgbClr>
          </a:solidFill>
          <a:ln>
            <a:solidFill>
              <a:srgbClr val="FFFFFF">
                <a:alpha val="0"/>
              </a:srgbClr>
            </a:solidFill>
          </a:ln>
        </p:spPr>
        <p:txBody>
          <a:bodyPr wrap="square" lIns="0" tIns="0" rIns="0" bIns="0" rtlCol="0" anchor="ctr">
            <a:normAutofit/>
          </a:bodyPr>
          <a:lstStyle/>
          <a:p>
            <a:pPr algn="l" indent="0" marL="0">
              <a:buNone/>
            </a:pPr>
            <a:r>
              <a:rPr lang="fr-FR" altLang="en-US" sz="1700" dirty="0">
                <a:solidFill>
                  <a:srgbClr val="203847"/>
                </a:solidFill>
                <a:latin typeface="Arial" pitchFamily="34" charset="0"/>
                <a:ea typeface="Arial" pitchFamily="34" charset="-122"/>
                <a:cs typeface="Arial" pitchFamily="34" charset="-120"/>
              </a:rPr>
              <a:t>Les seuls appareils de A.</a:t>
            </a:r>
            <a:endParaRPr lang="fr-FR" sz="1700" dirty="0"/>
          </a:p>
        </p:txBody>
      </p:sp>
      <p:sp>
        <p:nvSpPr>
          <p:cNvPr id="12" name="Shape 10"/>
          <p:cNvSpPr/>
          <p:nvPr/>
        </p:nvSpPr>
        <p:spPr>
          <a:xfrm>
            <a:off x="4343400" y="1755648"/>
            <a:ext cx="3493008" cy="2103120"/>
          </a:xfrm>
          <a:prstGeom prst="rect">
            <a:avLst/>
          </a:prstGeom>
          <a:solidFill>
            <a:srgbClr val="F0F3F5"/>
          </a:solidFill>
          <a:ln w="8890">
            <a:solidFill>
              <a:srgbClr val="F0F3F5"/>
            </a:solidFill>
            <a:prstDash val="solid"/>
          </a:ln>
        </p:spPr>
      </p:sp>
      <p:sp>
        <p:nvSpPr>
          <p:cNvPr id="13" name="Text 11"/>
          <p:cNvSpPr/>
          <p:nvPr/>
        </p:nvSpPr>
        <p:spPr>
          <a:xfrm>
            <a:off x="4507992" y="1956816"/>
            <a:ext cx="3163824" cy="310896"/>
          </a:xfrm>
          <a:prstGeom prst="rect">
            <a:avLst/>
          </a:prstGeom>
          <a:solidFill>
            <a:srgbClr val="FFFFFF">
              <a:alpha val="0"/>
            </a:srgbClr>
          </a:solidFill>
          <a:ln>
            <a:solidFill>
              <a:srgbClr val="FFFFFF">
                <a:alpha val="0"/>
              </a:srgbClr>
            </a:solidFill>
          </a:ln>
        </p:spPr>
        <p:txBody>
          <a:bodyPr wrap="square" lIns="0" tIns="0" rIns="0" bIns="0" rtlCol="0" anchor="ctr">
            <a:normAutofit/>
          </a:bodyPr>
          <a:lstStyle/>
          <a:p>
            <a:pPr algn="l" indent="0" marL="0">
              <a:buNone/>
            </a:pPr>
            <a:r>
              <a:rPr lang="fr-FR" altLang="en-US" sz="2000" b="1" dirty="0">
                <a:solidFill>
                  <a:srgbClr val="203847"/>
                </a:solidFill>
                <a:latin typeface="Arial" pitchFamily="34" charset="0"/>
                <a:ea typeface="Arial" pitchFamily="34" charset="-122"/>
                <a:cs typeface="Arial" pitchFamily="34" charset="-120"/>
              </a:rPr>
              <a:t>Session A / foyer B</a:t>
            </a:r>
            <a:endParaRPr lang="fr-FR" sz="2000" dirty="0"/>
          </a:p>
        </p:txBody>
      </p:sp>
      <p:sp>
        <p:nvSpPr>
          <p:cNvPr id="14" name="Text 12"/>
          <p:cNvSpPr/>
          <p:nvPr/>
        </p:nvSpPr>
        <p:spPr>
          <a:xfrm>
            <a:off x="4507992" y="2514600"/>
            <a:ext cx="3163824" cy="640080"/>
          </a:xfrm>
          <a:prstGeom prst="rect">
            <a:avLst/>
          </a:prstGeom>
          <a:solidFill>
            <a:srgbClr val="FFFFFF">
              <a:alpha val="0"/>
            </a:srgbClr>
          </a:solidFill>
          <a:ln>
            <a:solidFill>
              <a:srgbClr val="FFFFFF">
                <a:alpha val="0"/>
              </a:srgbClr>
            </a:solidFill>
          </a:ln>
        </p:spPr>
        <p:txBody>
          <a:bodyPr wrap="square" lIns="0" tIns="0" rIns="0" bIns="0" rtlCol="0" anchor="ctr">
            <a:normAutofit/>
          </a:bodyPr>
          <a:lstStyle/>
          <a:p>
            <a:pPr algn="l" indent="0" marL="0">
              <a:buNone/>
            </a:pPr>
            <a:r>
              <a:rPr lang="fr-FR" altLang="en-US" sz="4300" b="1" dirty="0">
                <a:solidFill>
                  <a:srgbClr val="C52F3C"/>
                </a:solidFill>
                <a:latin typeface="Arial" pitchFamily="34" charset="0"/>
                <a:ea typeface="Arial" pitchFamily="34" charset="-122"/>
                <a:cs typeface="Arial" pitchFamily="34" charset="-120"/>
              </a:rPr>
              <a:t>403</a:t>
            </a:r>
            <a:endParaRPr lang="fr-FR" sz="4300" dirty="0"/>
          </a:p>
        </p:txBody>
      </p:sp>
      <p:sp>
        <p:nvSpPr>
          <p:cNvPr id="15" name="Text 13"/>
          <p:cNvSpPr/>
          <p:nvPr/>
        </p:nvSpPr>
        <p:spPr>
          <a:xfrm>
            <a:off x="4507992" y="3282696"/>
            <a:ext cx="3163824" cy="402336"/>
          </a:xfrm>
          <a:prstGeom prst="rect">
            <a:avLst/>
          </a:prstGeom>
          <a:solidFill>
            <a:srgbClr val="FFFFFF">
              <a:alpha val="0"/>
            </a:srgbClr>
          </a:solidFill>
          <a:ln>
            <a:solidFill>
              <a:srgbClr val="FFFFFF">
                <a:alpha val="0"/>
              </a:srgbClr>
            </a:solidFill>
          </a:ln>
        </p:spPr>
        <p:txBody>
          <a:bodyPr wrap="square" lIns="0" tIns="0" rIns="0" bIns="0" rtlCol="0" anchor="ctr">
            <a:normAutofit/>
          </a:bodyPr>
          <a:lstStyle/>
          <a:p>
            <a:pPr algn="l" indent="0" marL="0">
              <a:buNone/>
            </a:pPr>
            <a:r>
              <a:rPr lang="fr-FR" altLang="en-US" sz="1700" dirty="0">
                <a:solidFill>
                  <a:srgbClr val="203847"/>
                </a:solidFill>
                <a:latin typeface="Arial" pitchFamily="34" charset="0"/>
                <a:ea typeface="Arial" pitchFamily="34" charset="-122"/>
                <a:cs typeface="Arial" pitchFamily="34" charset="-120"/>
              </a:rPr>
              <a:t>Refus, sans donnée du foyer B.</a:t>
            </a:r>
            <a:endParaRPr lang="fr-FR" sz="1700" dirty="0"/>
          </a:p>
        </p:txBody>
      </p:sp>
      <p:sp>
        <p:nvSpPr>
          <p:cNvPr id="16" name="Shape 14"/>
          <p:cNvSpPr/>
          <p:nvPr/>
        </p:nvSpPr>
        <p:spPr>
          <a:xfrm>
            <a:off x="8138160" y="1755648"/>
            <a:ext cx="3493008" cy="2103120"/>
          </a:xfrm>
          <a:prstGeom prst="rect">
            <a:avLst/>
          </a:prstGeom>
          <a:solidFill>
            <a:srgbClr val="F0F3F5"/>
          </a:solidFill>
          <a:ln w="8890">
            <a:solidFill>
              <a:srgbClr val="F0F3F5"/>
            </a:solidFill>
            <a:prstDash val="solid"/>
          </a:ln>
        </p:spPr>
      </p:sp>
      <p:sp>
        <p:nvSpPr>
          <p:cNvPr id="17" name="Text 15"/>
          <p:cNvSpPr/>
          <p:nvPr/>
        </p:nvSpPr>
        <p:spPr>
          <a:xfrm>
            <a:off x="8302752" y="1956816"/>
            <a:ext cx="3163824" cy="310896"/>
          </a:xfrm>
          <a:prstGeom prst="rect">
            <a:avLst/>
          </a:prstGeom>
          <a:solidFill>
            <a:srgbClr val="FFFFFF">
              <a:alpha val="0"/>
            </a:srgbClr>
          </a:solidFill>
          <a:ln>
            <a:solidFill>
              <a:srgbClr val="FFFFFF">
                <a:alpha val="0"/>
              </a:srgbClr>
            </a:solidFill>
          </a:ln>
        </p:spPr>
        <p:txBody>
          <a:bodyPr wrap="square" lIns="0" tIns="0" rIns="0" bIns="0" rtlCol="0" anchor="ctr">
            <a:normAutofit/>
          </a:bodyPr>
          <a:lstStyle/>
          <a:p>
            <a:pPr algn="l" indent="0" marL="0">
              <a:buNone/>
            </a:pPr>
            <a:r>
              <a:rPr lang="fr-FR" altLang="en-US" sz="2000" b="1" dirty="0">
                <a:solidFill>
                  <a:srgbClr val="203847"/>
                </a:solidFill>
                <a:latin typeface="Arial" pitchFamily="34" charset="0"/>
                <a:ea typeface="Arial" pitchFamily="34" charset="-122"/>
                <a:cs typeface="Arial" pitchFamily="34" charset="-120"/>
              </a:rPr>
              <a:t>Sans session</a:t>
            </a:r>
            <a:endParaRPr lang="fr-FR" sz="2000" dirty="0"/>
          </a:p>
        </p:txBody>
      </p:sp>
      <p:sp>
        <p:nvSpPr>
          <p:cNvPr id="18" name="Text 16"/>
          <p:cNvSpPr/>
          <p:nvPr/>
        </p:nvSpPr>
        <p:spPr>
          <a:xfrm>
            <a:off x="8302752" y="2514600"/>
            <a:ext cx="3163824" cy="640080"/>
          </a:xfrm>
          <a:prstGeom prst="rect">
            <a:avLst/>
          </a:prstGeom>
          <a:solidFill>
            <a:srgbClr val="FFFFFF">
              <a:alpha val="0"/>
            </a:srgbClr>
          </a:solidFill>
          <a:ln>
            <a:solidFill>
              <a:srgbClr val="FFFFFF">
                <a:alpha val="0"/>
              </a:srgbClr>
            </a:solidFill>
          </a:ln>
        </p:spPr>
        <p:txBody>
          <a:bodyPr wrap="square" lIns="0" tIns="0" rIns="0" bIns="0" rtlCol="0" anchor="ctr">
            <a:normAutofit/>
          </a:bodyPr>
          <a:lstStyle/>
          <a:p>
            <a:pPr algn="l" indent="0" marL="0">
              <a:buNone/>
            </a:pPr>
            <a:r>
              <a:rPr lang="fr-FR" altLang="en-US" sz="4300" b="1" dirty="0">
                <a:solidFill>
                  <a:srgbClr val="C52F3C"/>
                </a:solidFill>
                <a:latin typeface="Arial" pitchFamily="34" charset="0"/>
                <a:ea typeface="Arial" pitchFamily="34" charset="-122"/>
                <a:cs typeface="Arial" pitchFamily="34" charset="-120"/>
              </a:rPr>
              <a:t>401</a:t>
            </a:r>
            <a:endParaRPr lang="fr-FR" sz="4300" dirty="0"/>
          </a:p>
        </p:txBody>
      </p:sp>
      <p:sp>
        <p:nvSpPr>
          <p:cNvPr id="19" name="Text 17"/>
          <p:cNvSpPr/>
          <p:nvPr/>
        </p:nvSpPr>
        <p:spPr>
          <a:xfrm>
            <a:off x="8302752" y="3282696"/>
            <a:ext cx="3163824" cy="402336"/>
          </a:xfrm>
          <a:prstGeom prst="rect">
            <a:avLst/>
          </a:prstGeom>
          <a:solidFill>
            <a:srgbClr val="FFFFFF">
              <a:alpha val="0"/>
            </a:srgbClr>
          </a:solidFill>
          <a:ln>
            <a:solidFill>
              <a:srgbClr val="FFFFFF">
                <a:alpha val="0"/>
              </a:srgbClr>
            </a:solidFill>
          </a:ln>
        </p:spPr>
        <p:txBody>
          <a:bodyPr wrap="square" lIns="0" tIns="0" rIns="0" bIns="0" rtlCol="0" anchor="ctr">
            <a:normAutofit/>
          </a:bodyPr>
          <a:lstStyle/>
          <a:p>
            <a:pPr algn="l" indent="0" marL="0">
              <a:buNone/>
            </a:pPr>
            <a:r>
              <a:rPr lang="fr-FR" altLang="en-US" sz="1700" dirty="0">
                <a:solidFill>
                  <a:srgbClr val="203847"/>
                </a:solidFill>
                <a:latin typeface="Arial" pitchFamily="34" charset="0"/>
                <a:ea typeface="Arial" pitchFamily="34" charset="-122"/>
                <a:cs typeface="Arial" pitchFamily="34" charset="-120"/>
              </a:rPr>
              <a:t>Aucune consultation.</a:t>
            </a:r>
            <a:endParaRPr lang="fr-FR" sz="1700" dirty="0"/>
          </a:p>
        </p:txBody>
      </p:sp>
      <p:sp>
        <p:nvSpPr>
          <p:cNvPr id="20" name="Text 18"/>
          <p:cNvSpPr/>
          <p:nvPr/>
        </p:nvSpPr>
        <p:spPr>
          <a:xfrm>
            <a:off x="594360" y="4370832"/>
            <a:ext cx="3447288" cy="338328"/>
          </a:xfrm>
          <a:prstGeom prst="rect">
            <a:avLst/>
          </a:prstGeom>
          <a:solidFill>
            <a:srgbClr val="FFFFFF">
              <a:alpha val="0"/>
            </a:srgbClr>
          </a:solidFill>
          <a:ln>
            <a:solidFill>
              <a:srgbClr val="FFFFFF">
                <a:alpha val="0"/>
              </a:srgbClr>
            </a:solidFill>
          </a:ln>
        </p:spPr>
        <p:txBody>
          <a:bodyPr wrap="square" lIns="0" tIns="0" rIns="0" bIns="0" rtlCol="0" anchor="ctr">
            <a:normAutofit/>
          </a:bodyPr>
          <a:lstStyle/>
          <a:p>
            <a:pPr algn="l" indent="0" marL="0">
              <a:buNone/>
            </a:pPr>
            <a:r>
              <a:rPr lang="fr-FR" altLang="en-US" sz="2300" b="1" dirty="0">
                <a:solidFill>
                  <a:srgbClr val="203847"/>
                </a:solidFill>
                <a:latin typeface="Arial" pitchFamily="34" charset="0"/>
                <a:ea typeface="Arial" pitchFamily="34" charset="-122"/>
                <a:cs typeface="Arial" pitchFamily="34" charset="-120"/>
              </a:rPr>
              <a:t>Unitaire</a:t>
            </a:r>
            <a:endParaRPr lang="fr-FR" sz="2300" dirty="0"/>
          </a:p>
        </p:txBody>
      </p:sp>
      <p:sp>
        <p:nvSpPr>
          <p:cNvPr id="21" name="Text 19"/>
          <p:cNvSpPr/>
          <p:nvPr/>
        </p:nvSpPr>
        <p:spPr>
          <a:xfrm>
            <a:off x="594360" y="4873752"/>
            <a:ext cx="3273552" cy="704088"/>
          </a:xfrm>
          <a:prstGeom prst="rect">
            <a:avLst/>
          </a:prstGeom>
          <a:solidFill>
            <a:srgbClr val="FFFFFF">
              <a:alpha val="0"/>
            </a:srgbClr>
          </a:solidFill>
          <a:ln>
            <a:solidFill>
              <a:srgbClr val="FFFFFF">
                <a:alpha val="0"/>
              </a:srgbClr>
            </a:solidFill>
          </a:ln>
        </p:spPr>
        <p:txBody>
          <a:bodyPr wrap="square" lIns="0" tIns="0" rIns="0" bIns="0" rtlCol="0" anchor="ctr">
            <a:normAutofit/>
          </a:bodyPr>
          <a:lstStyle/>
          <a:p>
            <a:pPr algn="l" indent="0" marL="0">
              <a:buNone/>
            </a:pPr>
            <a:r>
              <a:rPr lang="fr-FR" altLang="en-US" sz="2000" dirty="0">
                <a:solidFill>
                  <a:srgbClr val="203847"/>
                </a:solidFill>
                <a:latin typeface="Arial" pitchFamily="34" charset="0"/>
                <a:ea typeface="Arial" pitchFamily="34" charset="-122"/>
                <a:cs typeface="Arial" pitchFamily="34" charset="-120"/>
              </a:rPr>
              <a:t>La fonction retire les champs interdits.</a:t>
            </a:r>
            <a:endParaRPr lang="fr-FR" sz="2000" dirty="0"/>
          </a:p>
        </p:txBody>
      </p:sp>
      <p:sp>
        <p:nvSpPr>
          <p:cNvPr id="22" name="Text 20"/>
          <p:cNvSpPr/>
          <p:nvPr/>
        </p:nvSpPr>
        <p:spPr>
          <a:xfrm>
            <a:off x="4389120" y="4370832"/>
            <a:ext cx="3447288" cy="338328"/>
          </a:xfrm>
          <a:prstGeom prst="rect">
            <a:avLst/>
          </a:prstGeom>
          <a:solidFill>
            <a:srgbClr val="FFFFFF">
              <a:alpha val="0"/>
            </a:srgbClr>
          </a:solidFill>
          <a:ln>
            <a:solidFill>
              <a:srgbClr val="FFFFFF">
                <a:alpha val="0"/>
              </a:srgbClr>
            </a:solidFill>
          </a:ln>
        </p:spPr>
        <p:txBody>
          <a:bodyPr wrap="square" lIns="0" tIns="0" rIns="0" bIns="0" rtlCol="0" anchor="ctr">
            <a:normAutofit/>
          </a:bodyPr>
          <a:lstStyle/>
          <a:p>
            <a:pPr algn="l" indent="0" marL="0">
              <a:buNone/>
            </a:pPr>
            <a:r>
              <a:rPr lang="fr-FR" altLang="en-US" sz="2300" b="1" dirty="0">
                <a:solidFill>
                  <a:srgbClr val="203847"/>
                </a:solidFill>
                <a:latin typeface="Arial" pitchFamily="34" charset="0"/>
                <a:ea typeface="Arial" pitchFamily="34" charset="-122"/>
                <a:cs typeface="Arial" pitchFamily="34" charset="-120"/>
              </a:rPr>
              <a:t>Intégration</a:t>
            </a:r>
            <a:endParaRPr lang="fr-FR" sz="2300" dirty="0"/>
          </a:p>
        </p:txBody>
      </p:sp>
      <p:sp>
        <p:nvSpPr>
          <p:cNvPr id="23" name="Text 21"/>
          <p:cNvSpPr/>
          <p:nvPr/>
        </p:nvSpPr>
        <p:spPr>
          <a:xfrm>
            <a:off x="4389120" y="4873752"/>
            <a:ext cx="3273552" cy="704088"/>
          </a:xfrm>
          <a:prstGeom prst="rect">
            <a:avLst/>
          </a:prstGeom>
          <a:solidFill>
            <a:srgbClr val="FFFFFF">
              <a:alpha val="0"/>
            </a:srgbClr>
          </a:solidFill>
          <a:ln>
            <a:solidFill>
              <a:srgbClr val="FFFFFF">
                <a:alpha val="0"/>
              </a:srgbClr>
            </a:solidFill>
          </a:ln>
        </p:spPr>
        <p:txBody>
          <a:bodyPr wrap="square" lIns="0" tIns="0" rIns="0" bIns="0" rtlCol="0" anchor="ctr">
            <a:normAutofit/>
          </a:bodyPr>
          <a:lstStyle/>
          <a:p>
            <a:pPr algn="l" indent="0" marL="0">
              <a:buNone/>
            </a:pPr>
            <a:r>
              <a:rPr lang="fr-FR" altLang="en-US" sz="2000" dirty="0">
                <a:solidFill>
                  <a:srgbClr val="203847"/>
                </a:solidFill>
                <a:latin typeface="Arial" pitchFamily="34" charset="0"/>
                <a:ea typeface="Arial" pitchFamily="34" charset="-122"/>
                <a:cs typeface="Arial" pitchFamily="34" charset="-120"/>
              </a:rPr>
              <a:t>L'API et la base appliquent les droits.</a:t>
            </a:r>
            <a:endParaRPr lang="fr-FR" sz="2000" dirty="0"/>
          </a:p>
        </p:txBody>
      </p:sp>
      <p:sp>
        <p:nvSpPr>
          <p:cNvPr id="24" name="Text 22"/>
          <p:cNvSpPr/>
          <p:nvPr/>
        </p:nvSpPr>
        <p:spPr>
          <a:xfrm>
            <a:off x="8183880" y="4370832"/>
            <a:ext cx="3447288" cy="338328"/>
          </a:xfrm>
          <a:prstGeom prst="rect">
            <a:avLst/>
          </a:prstGeom>
          <a:solidFill>
            <a:srgbClr val="FFFFFF">
              <a:alpha val="0"/>
            </a:srgbClr>
          </a:solidFill>
          <a:ln>
            <a:solidFill>
              <a:srgbClr val="FFFFFF">
                <a:alpha val="0"/>
              </a:srgbClr>
            </a:solidFill>
          </a:ln>
        </p:spPr>
        <p:txBody>
          <a:bodyPr wrap="square" lIns="0" tIns="0" rIns="0" bIns="0" rtlCol="0" anchor="ctr">
            <a:normAutofit/>
          </a:bodyPr>
          <a:lstStyle/>
          <a:p>
            <a:pPr algn="l" indent="0" marL="0">
              <a:buNone/>
            </a:pPr>
            <a:r>
              <a:rPr lang="fr-FR" altLang="en-US" sz="2300" b="1" dirty="0">
                <a:solidFill>
                  <a:srgbClr val="203847"/>
                </a:solidFill>
                <a:latin typeface="Arial" pitchFamily="34" charset="0"/>
                <a:ea typeface="Arial" pitchFamily="34" charset="-122"/>
                <a:cs typeface="Arial" pitchFamily="34" charset="-120"/>
              </a:rPr>
              <a:t>Système / E2E</a:t>
            </a:r>
            <a:endParaRPr lang="fr-FR" sz="2300" dirty="0"/>
          </a:p>
        </p:txBody>
      </p:sp>
      <p:sp>
        <p:nvSpPr>
          <p:cNvPr id="25" name="Text 23"/>
          <p:cNvSpPr/>
          <p:nvPr/>
        </p:nvSpPr>
        <p:spPr>
          <a:xfrm>
            <a:off x="8183880" y="4873752"/>
            <a:ext cx="3273552" cy="704088"/>
          </a:xfrm>
          <a:prstGeom prst="rect">
            <a:avLst/>
          </a:prstGeom>
          <a:solidFill>
            <a:srgbClr val="FFFFFF">
              <a:alpha val="0"/>
            </a:srgbClr>
          </a:solidFill>
          <a:ln>
            <a:solidFill>
              <a:srgbClr val="FFFFFF">
                <a:alpha val="0"/>
              </a:srgbClr>
            </a:solidFill>
          </a:ln>
        </p:spPr>
        <p:txBody>
          <a:bodyPr wrap="square" lIns="0" tIns="0" rIns="0" bIns="0" rtlCol="0" anchor="ctr">
            <a:normAutofit/>
          </a:bodyPr>
          <a:lstStyle/>
          <a:p>
            <a:pPr algn="l" indent="0" marL="0">
              <a:buNone/>
            </a:pPr>
            <a:r>
              <a:rPr lang="fr-FR" altLang="en-US" sz="2000" dirty="0">
                <a:solidFill>
                  <a:srgbClr val="203847"/>
                </a:solidFill>
                <a:latin typeface="Arial" pitchFamily="34" charset="0"/>
                <a:ea typeface="Arial" pitchFamily="34" charset="-122"/>
                <a:cs typeface="Arial" pitchFamily="34" charset="-120"/>
              </a:rPr>
              <a:t>Le navigateur parcourt le système complet.</a:t>
            </a:r>
            <a:endParaRPr lang="fr-FR" sz="2000" dirty="0"/>
          </a:p>
        </p:txBody>
      </p:sp>
      <p:sp>
        <p:nvSpPr>
          <p:cNvPr id="26" name="Text 24"/>
          <p:cNvSpPr/>
          <p:nvPr/>
        </p:nvSpPr>
        <p:spPr>
          <a:xfrm>
            <a:off x="594360" y="5961888"/>
            <a:ext cx="10963656" cy="301752"/>
          </a:xfrm>
          <a:prstGeom prst="rect">
            <a:avLst/>
          </a:prstGeom>
          <a:solidFill>
            <a:srgbClr val="FFFFFF">
              <a:alpha val="0"/>
            </a:srgbClr>
          </a:solidFill>
          <a:ln>
            <a:solidFill>
              <a:srgbClr val="FFFFFF">
                <a:alpha val="0"/>
              </a:srgbClr>
            </a:solidFill>
          </a:ln>
        </p:spPr>
        <p:txBody>
          <a:bodyPr wrap="square" lIns="0" tIns="0" rIns="0" bIns="0" rtlCol="0" anchor="ctr">
            <a:normAutofit/>
          </a:bodyPr>
          <a:lstStyle/>
          <a:p>
            <a:pPr algn="l" indent="0" marL="0">
              <a:buNone/>
            </a:pPr>
            <a:r>
              <a:rPr lang="fr-FR" altLang="en-US" sz="1800" b="1" dirty="0">
                <a:solidFill>
                  <a:srgbClr val="C52F3C"/>
                </a:solidFill>
                <a:latin typeface="Arial" pitchFamily="34" charset="0"/>
                <a:ea typeface="Arial" pitchFamily="34" charset="-122"/>
                <a:cs typeface="Arial" pitchFamily="34" charset="-120"/>
              </a:rPr>
              <a:t>Le refus doit venir du serveur, même si l'utilisateur modifie la requête.</a:t>
            </a:r>
            <a:endParaRPr lang="fr-FR" sz="18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347472"/>
            <a:ext cx="457200" cy="54864"/>
          </a:xfrm>
          <a:prstGeom prst="rect">
            <a:avLst/>
          </a:prstGeom>
          <a:solidFill>
            <a:srgbClr val="C52F3C"/>
          </a:solidFill>
          <a:ln w="8890">
            <a:solidFill>
              <a:srgbClr val="C52F3C"/>
            </a:solidFill>
            <a:prstDash val="solid"/>
          </a:ln>
        </p:spPr>
      </p:sp>
      <p:sp>
        <p:nvSpPr>
          <p:cNvPr id="3" name="Text 1"/>
          <p:cNvSpPr/>
          <p:nvPr/>
        </p:nvSpPr>
        <p:spPr>
          <a:xfrm>
            <a:off x="1124712" y="274320"/>
            <a:ext cx="9784080" cy="237744"/>
          </a:xfrm>
          <a:prstGeom prst="rect">
            <a:avLst/>
          </a:prstGeom>
          <a:solidFill>
            <a:srgbClr val="FFFFFF">
              <a:alpha val="0"/>
            </a:srgbClr>
          </a:solidFill>
          <a:ln>
            <a:solidFill>
              <a:srgbClr val="FFFFFF">
                <a:alpha val="0"/>
              </a:srgbClr>
            </a:solidFill>
          </a:ln>
        </p:spPr>
        <p:txBody>
          <a:bodyPr wrap="square" lIns="0" tIns="0" rIns="0" bIns="0" rtlCol="0" anchor="ctr">
            <a:normAutofit/>
          </a:bodyPr>
          <a:lstStyle/>
          <a:p>
            <a:pPr algn="l" indent="0" marL="0">
              <a:buNone/>
            </a:pPr>
            <a:r>
              <a:rPr lang="fr-FR" altLang="en-US" sz="1100" b="1" spc="130" kern="0" dirty="0">
                <a:solidFill>
                  <a:srgbClr val="5B6770"/>
                </a:solidFill>
                <a:latin typeface="Arial" pitchFamily="34" charset="0"/>
                <a:ea typeface="Arial" pitchFamily="34" charset="-122"/>
                <a:cs typeface="Arial" pitchFamily="34" charset="-120"/>
              </a:rPr>
              <a:t>ACCEPTATION ET CARNET DE TESTS</a:t>
            </a:r>
            <a:endParaRPr lang="fr-FR" sz="1100" dirty="0"/>
          </a:p>
        </p:txBody>
      </p:sp>
      <p:sp>
        <p:nvSpPr>
          <p:cNvPr id="4" name="Text 2"/>
          <p:cNvSpPr/>
          <p:nvPr/>
        </p:nvSpPr>
        <p:spPr>
          <a:xfrm>
            <a:off x="548640" y="822960"/>
            <a:ext cx="11064240" cy="557784"/>
          </a:xfrm>
          <a:prstGeom prst="rect">
            <a:avLst/>
          </a:prstGeom>
          <a:solidFill>
            <a:srgbClr val="FFFFFF">
              <a:alpha val="0"/>
            </a:srgbClr>
          </a:solidFill>
          <a:ln>
            <a:solidFill>
              <a:srgbClr val="FFFFFF">
                <a:alpha val="0"/>
              </a:srgbClr>
            </a:solidFill>
          </a:ln>
        </p:spPr>
        <p:txBody>
          <a:bodyPr wrap="square" lIns="0" tIns="0" rIns="0" bIns="0" rtlCol="0" anchor="ctr">
            <a:normAutofit/>
          </a:bodyPr>
          <a:lstStyle/>
          <a:p>
            <a:pPr algn="l" indent="0" marL="0">
              <a:buNone/>
            </a:pPr>
            <a:r>
              <a:rPr lang="fr-FR" altLang="en-US" sz="3000" b="1" dirty="0">
                <a:solidFill>
                  <a:srgbClr val="203847"/>
                </a:solidFill>
                <a:latin typeface="Arial" pitchFamily="34" charset="0"/>
                <a:ea typeface="Arial" pitchFamily="34" charset="-122"/>
                <a:cs typeface="Arial" pitchFamily="34" charset="-120"/>
              </a:rPr>
              <a:t>Une recette observable, pas déclarative</a:t>
            </a:r>
            <a:endParaRPr lang="fr-FR" sz="3000" dirty="0"/>
          </a:p>
        </p:txBody>
      </p:sp>
      <p:sp>
        <p:nvSpPr>
          <p:cNvPr id="5" name="Shape 3"/>
          <p:cNvSpPr/>
          <p:nvPr/>
        </p:nvSpPr>
        <p:spPr>
          <a:xfrm>
            <a:off x="548640" y="6437376"/>
            <a:ext cx="11082528" cy="0"/>
          </a:xfrm>
          <a:prstGeom prst="line">
            <a:avLst/>
          </a:prstGeom>
          <a:solidFill>
            <a:srgbClr val="FFFFFF">
              <a:alpha val="0"/>
            </a:srgbClr>
          </a:solidFill>
          <a:ln w="19050">
            <a:solidFill>
              <a:srgbClr val="DCE2E6"/>
            </a:solidFill>
            <a:prstDash val="solid"/>
          </a:ln>
        </p:spPr>
      </p:sp>
      <p:sp>
        <p:nvSpPr>
          <p:cNvPr id="6" name="Text 4"/>
          <p:cNvSpPr/>
          <p:nvPr/>
        </p:nvSpPr>
        <p:spPr>
          <a:xfrm>
            <a:off x="548640" y="6510528"/>
            <a:ext cx="10424160" cy="182880"/>
          </a:xfrm>
          <a:prstGeom prst="rect">
            <a:avLst/>
          </a:prstGeom>
          <a:solidFill>
            <a:srgbClr val="FFFFFF">
              <a:alpha val="0"/>
            </a:srgbClr>
          </a:solidFill>
          <a:ln>
            <a:solidFill>
              <a:srgbClr val="FFFFFF">
                <a:alpha val="0"/>
              </a:srgbClr>
            </a:solidFill>
          </a:ln>
        </p:spPr>
        <p:txBody>
          <a:bodyPr wrap="square" lIns="0" tIns="0" rIns="0" bIns="0" rtlCol="0" anchor="ctr">
            <a:normAutofit/>
          </a:bodyPr>
          <a:lstStyle/>
          <a:p>
            <a:pPr algn="l" indent="0" marL="0">
              <a:buNone/>
            </a:pPr>
            <a:r>
              <a:rPr lang="fr-FR" altLang="en-US" sz="900" dirty="0">
                <a:solidFill>
                  <a:srgbClr val="5B6770"/>
                </a:solidFill>
                <a:latin typeface="Arial" pitchFamily="34" charset="0"/>
                <a:ea typeface="Arial" pitchFamily="34" charset="-122"/>
                <a:cs typeface="Arial" pitchFamily="34" charset="-120"/>
              </a:rPr>
              <a:t>Verisure | RGPD-01 | Mise en œuvre</a:t>
            </a:r>
            <a:endParaRPr lang="fr-FR" sz="900" dirty="0"/>
          </a:p>
        </p:txBody>
      </p:sp>
      <p:sp>
        <p:nvSpPr>
          <p:cNvPr id="7" name="Text 5"/>
          <p:cNvSpPr/>
          <p:nvPr/>
        </p:nvSpPr>
        <p:spPr>
          <a:xfrm>
            <a:off x="11137392" y="6492240"/>
            <a:ext cx="502920" cy="201168"/>
          </a:xfrm>
          <a:prstGeom prst="rect">
            <a:avLst/>
          </a:prstGeom>
          <a:solidFill>
            <a:srgbClr val="FFFFFF">
              <a:alpha val="0"/>
            </a:srgbClr>
          </a:solidFill>
          <a:ln>
            <a:solidFill>
              <a:srgbClr val="FFFFFF">
                <a:alpha val="0"/>
              </a:srgbClr>
            </a:solidFill>
          </a:ln>
        </p:spPr>
        <p:txBody>
          <a:bodyPr wrap="square" lIns="0" tIns="0" rIns="0" bIns="0" rtlCol="0" anchor="ctr">
            <a:normAutofit/>
          </a:bodyPr>
          <a:lstStyle/>
          <a:p>
            <a:pPr algn="r" indent="0" marL="0">
              <a:buNone/>
            </a:pPr>
            <a:r>
              <a:rPr lang="fr-FR" altLang="en-US" sz="1000" dirty="0">
                <a:solidFill>
                  <a:srgbClr val="5B6770"/>
                </a:solidFill>
                <a:latin typeface="Arial" pitchFamily="34" charset="0"/>
                <a:ea typeface="Arial" pitchFamily="34" charset="-122"/>
                <a:cs typeface="Arial" pitchFamily="34" charset="-120"/>
              </a:rPr>
              <a:t>10</a:t>
            </a:r>
            <a:endParaRPr lang="fr-FR" sz="1000" dirty="0"/>
          </a:p>
        </p:txBody>
      </p:sp>
      <p:sp>
        <p:nvSpPr>
          <p:cNvPr id="8" name="Shape 6"/>
          <p:cNvSpPr/>
          <p:nvPr/>
        </p:nvSpPr>
        <p:spPr>
          <a:xfrm>
            <a:off x="548640" y="1728216"/>
            <a:ext cx="5422392" cy="3227832"/>
          </a:xfrm>
          <a:prstGeom prst="rect">
            <a:avLst/>
          </a:prstGeom>
          <a:solidFill>
            <a:srgbClr val="F0F3F5"/>
          </a:solidFill>
          <a:ln w="8890">
            <a:solidFill>
              <a:srgbClr val="F0F3F5"/>
            </a:solidFill>
            <a:prstDash val="solid"/>
          </a:ln>
        </p:spPr>
      </p:sp>
      <p:sp>
        <p:nvSpPr>
          <p:cNvPr id="9" name="Shape 7"/>
          <p:cNvSpPr/>
          <p:nvPr/>
        </p:nvSpPr>
        <p:spPr>
          <a:xfrm>
            <a:off x="548640" y="1728216"/>
            <a:ext cx="41148" cy="3227832"/>
          </a:xfrm>
          <a:prstGeom prst="rect">
            <a:avLst/>
          </a:prstGeom>
          <a:solidFill>
            <a:srgbClr val="C52F3C"/>
          </a:solidFill>
          <a:ln w="8890">
            <a:solidFill>
              <a:srgbClr val="C52F3C"/>
            </a:solidFill>
            <a:prstDash val="solid"/>
          </a:ln>
        </p:spPr>
      </p:sp>
      <p:sp>
        <p:nvSpPr>
          <p:cNvPr id="10" name="Text 8"/>
          <p:cNvSpPr/>
          <p:nvPr/>
        </p:nvSpPr>
        <p:spPr>
          <a:xfrm>
            <a:off x="749808" y="1929384"/>
            <a:ext cx="5020056" cy="393192"/>
          </a:xfrm>
          <a:prstGeom prst="rect">
            <a:avLst/>
          </a:prstGeom>
          <a:solidFill>
            <a:srgbClr val="FFFFFF">
              <a:alpha val="0"/>
            </a:srgbClr>
          </a:solidFill>
          <a:ln>
            <a:solidFill>
              <a:srgbClr val="FFFFFF">
                <a:alpha val="0"/>
              </a:srgbClr>
            </a:solidFill>
          </a:ln>
        </p:spPr>
        <p:txBody>
          <a:bodyPr wrap="square" lIns="0" tIns="0" rIns="0" bIns="0" rtlCol="0" anchor="ctr">
            <a:normAutofit/>
          </a:bodyPr>
          <a:lstStyle/>
          <a:p>
            <a:pPr algn="l" indent="0" marL="0">
              <a:buNone/>
            </a:pPr>
            <a:r>
              <a:rPr lang="fr-FR" altLang="en-US" sz="2100" b="1" dirty="0">
                <a:solidFill>
                  <a:srgbClr val="203847"/>
                </a:solidFill>
                <a:latin typeface="Arial" pitchFamily="34" charset="0"/>
                <a:ea typeface="Arial" pitchFamily="34" charset="-122"/>
                <a:cs typeface="Arial" pitchFamily="34" charset="-120"/>
              </a:rPr>
              <a:t>REC-01 : informer</a:t>
            </a:r>
            <a:endParaRPr lang="fr-FR" sz="2100" dirty="0"/>
          </a:p>
        </p:txBody>
      </p:sp>
      <p:sp>
        <p:nvSpPr>
          <p:cNvPr id="11" name="Text 9"/>
          <p:cNvSpPr/>
          <p:nvPr/>
        </p:nvSpPr>
        <p:spPr>
          <a:xfrm>
            <a:off x="749808" y="2496312"/>
            <a:ext cx="5020056" cy="2267712"/>
          </a:xfrm>
          <a:prstGeom prst="rect">
            <a:avLst/>
          </a:prstGeom>
          <a:solidFill>
            <a:srgbClr val="FFFFFF">
              <a:alpha val="0"/>
            </a:srgbClr>
          </a:solidFill>
          <a:ln>
            <a:solidFill>
              <a:srgbClr val="FFFFFF">
                <a:alpha val="0"/>
              </a:srgbClr>
            </a:solidFill>
          </a:ln>
        </p:spPr>
        <p:txBody>
          <a:bodyPr wrap="square" lIns="0" tIns="0" rIns="0" bIns="0" rtlCol="0" anchor="t">
            <a:normAutofit/>
          </a:bodyPr>
          <a:lstStyle/>
          <a:p>
            <a:pPr algn="l" indent="0" marL="0">
              <a:buNone/>
            </a:pPr>
            <a:r>
              <a:rPr lang="fr-FR" altLang="en-US" sz="2200" dirty="0">
                <a:solidFill>
                  <a:srgbClr val="203847"/>
                </a:solidFill>
                <a:latin typeface="Arial" pitchFamily="34" charset="0"/>
                <a:ea typeface="Arial" pitchFamily="34" charset="-122"/>
                <a:cs typeface="Arial" pitchFamily="34" charset="-120"/>
              </a:rPr>
              <a:t>Relire la notice et la fiche de traitement.</a:t>
            </a:r>
            <a:endParaRPr lang="fr-FR" sz="2200" dirty="0"/>
          </a:p>
          <a:p>
            <a:pPr algn="l" indent="0" marL="0">
              <a:buNone/>
            </a:pPr>
            <a:endParaRPr lang="fr-FR" sz="2200" dirty="0"/>
          </a:p>
          <a:p>
            <a:pPr algn="l" indent="0" marL="0">
              <a:buNone/>
            </a:pPr>
            <a:r>
              <a:rPr lang="fr-FR" altLang="en-US" sz="2200" dirty="0">
                <a:solidFill>
                  <a:srgbClr val="203847"/>
                </a:solidFill>
                <a:latin typeface="Arial" pitchFamily="34" charset="0"/>
                <a:ea typeface="Arial" pitchFamily="34" charset="-122"/>
                <a:cs typeface="Arial" pitchFamily="34" charset="-120"/>
              </a:rPr>
              <a:t>Vérifier les données, les durées, les destinataires, les droits et les responsabilités.</a:t>
            </a:r>
            <a:endParaRPr lang="fr-FR" sz="2200" dirty="0"/>
          </a:p>
        </p:txBody>
      </p:sp>
      <p:sp>
        <p:nvSpPr>
          <p:cNvPr id="12" name="Shape 10"/>
          <p:cNvSpPr/>
          <p:nvPr/>
        </p:nvSpPr>
        <p:spPr>
          <a:xfrm>
            <a:off x="6208776" y="1728216"/>
            <a:ext cx="5422392" cy="3227832"/>
          </a:xfrm>
          <a:prstGeom prst="rect">
            <a:avLst/>
          </a:prstGeom>
          <a:solidFill>
            <a:srgbClr val="F0F3F5"/>
          </a:solidFill>
          <a:ln w="8890">
            <a:solidFill>
              <a:srgbClr val="F0F3F5"/>
            </a:solidFill>
            <a:prstDash val="solid"/>
          </a:ln>
        </p:spPr>
      </p:sp>
      <p:sp>
        <p:nvSpPr>
          <p:cNvPr id="13" name="Shape 11"/>
          <p:cNvSpPr/>
          <p:nvPr/>
        </p:nvSpPr>
        <p:spPr>
          <a:xfrm>
            <a:off x="6208776" y="1728216"/>
            <a:ext cx="41148" cy="3227832"/>
          </a:xfrm>
          <a:prstGeom prst="rect">
            <a:avLst/>
          </a:prstGeom>
          <a:solidFill>
            <a:srgbClr val="C52F3C"/>
          </a:solidFill>
          <a:ln w="8890">
            <a:solidFill>
              <a:srgbClr val="C52F3C"/>
            </a:solidFill>
            <a:prstDash val="solid"/>
          </a:ln>
        </p:spPr>
      </p:sp>
      <p:sp>
        <p:nvSpPr>
          <p:cNvPr id="14" name="Text 12"/>
          <p:cNvSpPr/>
          <p:nvPr/>
        </p:nvSpPr>
        <p:spPr>
          <a:xfrm>
            <a:off x="6409944" y="1929384"/>
            <a:ext cx="5020056" cy="393192"/>
          </a:xfrm>
          <a:prstGeom prst="rect">
            <a:avLst/>
          </a:prstGeom>
          <a:solidFill>
            <a:srgbClr val="FFFFFF">
              <a:alpha val="0"/>
            </a:srgbClr>
          </a:solidFill>
          <a:ln>
            <a:solidFill>
              <a:srgbClr val="FFFFFF">
                <a:alpha val="0"/>
              </a:srgbClr>
            </a:solidFill>
          </a:ln>
        </p:spPr>
        <p:txBody>
          <a:bodyPr wrap="square" lIns="0" tIns="0" rIns="0" bIns="0" rtlCol="0" anchor="ctr">
            <a:normAutofit/>
          </a:bodyPr>
          <a:lstStyle/>
          <a:p>
            <a:pPr algn="l" indent="0" marL="0">
              <a:buNone/>
            </a:pPr>
            <a:r>
              <a:rPr lang="fr-FR" altLang="en-US" sz="2100" b="1" dirty="0">
                <a:solidFill>
                  <a:srgbClr val="203847"/>
                </a:solidFill>
                <a:latin typeface="Arial" pitchFamily="34" charset="0"/>
                <a:ea typeface="Arial" pitchFamily="34" charset="-122"/>
                <a:cs typeface="Arial" pitchFamily="34" charset="-120"/>
              </a:rPr>
              <a:t>REC-02 : suivre et effacer</a:t>
            </a:r>
            <a:endParaRPr lang="fr-FR" sz="2100" dirty="0"/>
          </a:p>
        </p:txBody>
      </p:sp>
      <p:sp>
        <p:nvSpPr>
          <p:cNvPr id="15" name="Text 13"/>
          <p:cNvSpPr/>
          <p:nvPr/>
        </p:nvSpPr>
        <p:spPr>
          <a:xfrm>
            <a:off x="6409944" y="2496312"/>
            <a:ext cx="5020056" cy="2267712"/>
          </a:xfrm>
          <a:prstGeom prst="rect">
            <a:avLst/>
          </a:prstGeom>
          <a:solidFill>
            <a:srgbClr val="FFFFFF">
              <a:alpha val="0"/>
            </a:srgbClr>
          </a:solidFill>
          <a:ln>
            <a:solidFill>
              <a:srgbClr val="FFFFFF">
                <a:alpha val="0"/>
              </a:srgbClr>
            </a:solidFill>
          </a:ln>
        </p:spPr>
        <p:txBody>
          <a:bodyPr wrap="square" lIns="0" tIns="0" rIns="0" bIns="0" rtlCol="0" anchor="t">
            <a:normAutofit/>
          </a:bodyPr>
          <a:lstStyle/>
          <a:p>
            <a:pPr algn="l" indent="0" marL="0">
              <a:buNone/>
            </a:pPr>
            <a:r>
              <a:rPr lang="fr-FR" altLang="en-US" sz="2200" dirty="0">
                <a:solidFill>
                  <a:srgbClr val="203847"/>
                </a:solidFill>
                <a:latin typeface="Arial" pitchFamily="34" charset="0"/>
                <a:ea typeface="Arial" pitchFamily="34" charset="-122"/>
                <a:cs typeface="Arial" pitchFamily="34" charset="-120"/>
              </a:rPr>
              <a:t>Enregistrer la demande de A.</a:t>
            </a:r>
            <a:endParaRPr lang="fr-FR" sz="2200" dirty="0"/>
          </a:p>
          <a:p>
            <a:pPr algn="l" indent="0" marL="0">
              <a:buNone/>
            </a:pPr>
            <a:r>
              <a:rPr lang="fr-FR" altLang="en-US" sz="2200" dirty="0">
                <a:solidFill>
                  <a:srgbClr val="203847"/>
                </a:solidFill>
                <a:latin typeface="Arial" pitchFamily="34" charset="0"/>
                <a:ea typeface="Arial" pitchFamily="34" charset="-122"/>
                <a:cs typeface="Arial" pitchFamily="34" charset="-120"/>
              </a:rPr>
              <a:t>Faire valider son instruction.</a:t>
            </a:r>
            <a:endParaRPr lang="fr-FR" sz="2200" dirty="0"/>
          </a:p>
          <a:p>
            <a:pPr algn="l" indent="0" marL="0">
              <a:buNone/>
            </a:pPr>
            <a:r>
              <a:rPr lang="fr-FR" altLang="en-US" sz="2200" dirty="0">
                <a:solidFill>
                  <a:srgbClr val="203847"/>
                </a:solidFill>
                <a:latin typeface="Arial" pitchFamily="34" charset="0"/>
                <a:ea typeface="Arial" pitchFamily="34" charset="-122"/>
                <a:cs typeface="Arial" pitchFamily="34" charset="-120"/>
              </a:rPr>
              <a:t>Désactiver, purger, puis retester.</a:t>
            </a:r>
            <a:endParaRPr lang="fr-FR" sz="2200" dirty="0"/>
          </a:p>
          <a:p>
            <a:pPr algn="l" indent="0" marL="0">
              <a:buNone/>
            </a:pPr>
            <a:endParaRPr lang="fr-FR" sz="2200" dirty="0"/>
          </a:p>
          <a:p>
            <a:pPr algn="l" indent="0" marL="0">
              <a:buNone/>
            </a:pPr>
            <a:r>
              <a:rPr lang="fr-FR" altLang="en-US" sz="2200" dirty="0">
                <a:solidFill>
                  <a:srgbClr val="203847"/>
                </a:solidFill>
                <a:latin typeface="Arial" pitchFamily="34" charset="0"/>
                <a:ea typeface="Arial" pitchFamily="34" charset="-122"/>
                <a:cs typeface="Arial" pitchFamily="34" charset="-120"/>
              </a:rPr>
              <a:t>A ne revient pas ; B reste intact.</a:t>
            </a:r>
            <a:endParaRPr lang="fr-FR" sz="2200" dirty="0"/>
          </a:p>
        </p:txBody>
      </p:sp>
      <p:sp>
        <p:nvSpPr>
          <p:cNvPr id="16" name="Text 14"/>
          <p:cNvSpPr/>
          <p:nvPr/>
        </p:nvSpPr>
        <p:spPr>
          <a:xfrm>
            <a:off x="649224" y="5349240"/>
            <a:ext cx="10881360" cy="457200"/>
          </a:xfrm>
          <a:prstGeom prst="rect">
            <a:avLst/>
          </a:prstGeom>
          <a:solidFill>
            <a:srgbClr val="FFFFFF">
              <a:alpha val="0"/>
            </a:srgbClr>
          </a:solidFill>
          <a:ln>
            <a:solidFill>
              <a:srgbClr val="FFFFFF">
                <a:alpha val="0"/>
              </a:srgbClr>
            </a:solidFill>
          </a:ln>
        </p:spPr>
        <p:txBody>
          <a:bodyPr wrap="square" lIns="0" tIns="0" rIns="0" bIns="0" rtlCol="0" anchor="ctr">
            <a:normAutofit/>
          </a:bodyPr>
          <a:lstStyle/>
          <a:p>
            <a:pPr algn="l" indent="0" marL="0">
              <a:buNone/>
            </a:pPr>
            <a:r>
              <a:rPr lang="fr-FR" altLang="en-US" sz="2000" dirty="0">
                <a:solidFill>
                  <a:srgbClr val="203847"/>
                </a:solidFill>
                <a:latin typeface="Arial" pitchFamily="34" charset="0"/>
                <a:ea typeface="Arial" pitchFamily="34" charset="-122"/>
                <a:cs typeface="Arial" pitchFamily="34" charset="-120"/>
              </a:rPr>
              <a:t>Preuves à renseigner : version, date, résultat observé, anomalie et décision.</a:t>
            </a:r>
            <a:endParaRPr lang="fr-FR" sz="2000" dirty="0"/>
          </a:p>
        </p:txBody>
      </p:sp>
      <p:sp>
        <p:nvSpPr>
          <p:cNvPr id="17" name="Text 15"/>
          <p:cNvSpPr/>
          <p:nvPr/>
        </p:nvSpPr>
        <p:spPr>
          <a:xfrm>
            <a:off x="649224" y="5961888"/>
            <a:ext cx="10881360" cy="274320"/>
          </a:xfrm>
          <a:prstGeom prst="rect">
            <a:avLst/>
          </a:prstGeom>
          <a:solidFill>
            <a:srgbClr val="FFFFFF">
              <a:alpha val="0"/>
            </a:srgbClr>
          </a:solidFill>
          <a:ln>
            <a:solidFill>
              <a:srgbClr val="FFFFFF">
                <a:alpha val="0"/>
              </a:srgbClr>
            </a:solidFill>
          </a:ln>
        </p:spPr>
        <p:txBody>
          <a:bodyPr wrap="square" lIns="0" tIns="0" rIns="0" bIns="0" rtlCol="0" anchor="ctr">
            <a:normAutofit/>
          </a:bodyPr>
          <a:lstStyle/>
          <a:p>
            <a:pPr algn="l" indent="0" marL="0">
              <a:buNone/>
            </a:pPr>
            <a:r>
              <a:rPr lang="fr-FR" altLang="en-US" sz="1700" b="1" dirty="0">
                <a:solidFill>
                  <a:srgbClr val="C52F3C"/>
                </a:solidFill>
                <a:latin typeface="Arial" pitchFamily="34" charset="0"/>
                <a:ea typeface="Arial" pitchFamily="34" charset="-122"/>
                <a:cs typeface="Arial" pitchFamily="34" charset="-120"/>
              </a:rPr>
              <a:t>Une case "réussi" ne remplace pas la preuve. Aucun procès-verbal n'est signé à l'avance.</a:t>
            </a:r>
            <a:endParaRPr lang="fr-FR" sz="17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347472"/>
            <a:ext cx="457200" cy="54864"/>
          </a:xfrm>
          <a:prstGeom prst="rect">
            <a:avLst/>
          </a:prstGeom>
          <a:solidFill>
            <a:srgbClr val="C52F3C"/>
          </a:solidFill>
          <a:ln w="8890">
            <a:solidFill>
              <a:srgbClr val="C52F3C"/>
            </a:solidFill>
            <a:prstDash val="solid"/>
          </a:ln>
        </p:spPr>
      </p:sp>
      <p:sp>
        <p:nvSpPr>
          <p:cNvPr id="3" name="Text 1"/>
          <p:cNvSpPr/>
          <p:nvPr/>
        </p:nvSpPr>
        <p:spPr>
          <a:xfrm>
            <a:off x="1124712" y="274320"/>
            <a:ext cx="9784080" cy="237744"/>
          </a:xfrm>
          <a:prstGeom prst="rect">
            <a:avLst/>
          </a:prstGeom>
          <a:solidFill>
            <a:srgbClr val="FFFFFF">
              <a:alpha val="0"/>
            </a:srgbClr>
          </a:solidFill>
          <a:ln>
            <a:solidFill>
              <a:srgbClr val="FFFFFF">
                <a:alpha val="0"/>
              </a:srgbClr>
            </a:solidFill>
          </a:ln>
        </p:spPr>
        <p:txBody>
          <a:bodyPr wrap="square" lIns="0" tIns="0" rIns="0" bIns="0" rtlCol="0" anchor="ctr">
            <a:normAutofit/>
          </a:bodyPr>
          <a:lstStyle/>
          <a:p>
            <a:pPr algn="l" indent="0" marL="0">
              <a:buNone/>
            </a:pPr>
            <a:r>
              <a:rPr lang="fr-FR" altLang="en-US" sz="1100" b="1" spc="130" kern="0" dirty="0">
                <a:solidFill>
                  <a:srgbClr val="5B6770"/>
                </a:solidFill>
                <a:latin typeface="Arial" pitchFamily="34" charset="0"/>
                <a:ea typeface="Arial" pitchFamily="34" charset="-122"/>
                <a:cs typeface="Arial" pitchFamily="34" charset="-120"/>
              </a:rPr>
              <a:t>MISE EN SERVICE ET MAINTENANCE</a:t>
            </a:r>
            <a:endParaRPr lang="fr-FR" sz="1100" dirty="0"/>
          </a:p>
        </p:txBody>
      </p:sp>
      <p:sp>
        <p:nvSpPr>
          <p:cNvPr id="4" name="Text 2"/>
          <p:cNvSpPr/>
          <p:nvPr/>
        </p:nvSpPr>
        <p:spPr>
          <a:xfrm>
            <a:off x="548640" y="822960"/>
            <a:ext cx="11064240" cy="557784"/>
          </a:xfrm>
          <a:prstGeom prst="rect">
            <a:avLst/>
          </a:prstGeom>
          <a:solidFill>
            <a:srgbClr val="FFFFFF">
              <a:alpha val="0"/>
            </a:srgbClr>
          </a:solidFill>
          <a:ln>
            <a:solidFill>
              <a:srgbClr val="FFFFFF">
                <a:alpha val="0"/>
              </a:srgbClr>
            </a:solidFill>
          </a:ln>
        </p:spPr>
        <p:txBody>
          <a:bodyPr wrap="square" lIns="0" tIns="0" rIns="0" bIns="0" rtlCol="0" anchor="ctr">
            <a:normAutofit/>
          </a:bodyPr>
          <a:lstStyle/>
          <a:p>
            <a:pPr algn="l" indent="0" marL="0">
              <a:buNone/>
            </a:pPr>
            <a:r>
              <a:rPr lang="fr-FR" altLang="en-US" sz="3000" b="1" dirty="0">
                <a:solidFill>
                  <a:srgbClr val="203847"/>
                </a:solidFill>
                <a:latin typeface="Arial" pitchFamily="34" charset="0"/>
                <a:ea typeface="Arial" pitchFamily="34" charset="-122"/>
                <a:cs typeface="Arial" pitchFamily="34" charset="-120"/>
              </a:rPr>
              <a:t>Ouvrir le service, puis assurer sa continuité</a:t>
            </a:r>
            <a:endParaRPr lang="fr-FR" sz="3000" dirty="0"/>
          </a:p>
        </p:txBody>
      </p:sp>
      <p:sp>
        <p:nvSpPr>
          <p:cNvPr id="5" name="Shape 3"/>
          <p:cNvSpPr/>
          <p:nvPr/>
        </p:nvSpPr>
        <p:spPr>
          <a:xfrm>
            <a:off x="548640" y="6437376"/>
            <a:ext cx="11082528" cy="0"/>
          </a:xfrm>
          <a:prstGeom prst="line">
            <a:avLst/>
          </a:prstGeom>
          <a:solidFill>
            <a:srgbClr val="FFFFFF">
              <a:alpha val="0"/>
            </a:srgbClr>
          </a:solidFill>
          <a:ln w="19050">
            <a:solidFill>
              <a:srgbClr val="DCE2E6"/>
            </a:solidFill>
            <a:prstDash val="solid"/>
          </a:ln>
        </p:spPr>
      </p:sp>
      <p:sp>
        <p:nvSpPr>
          <p:cNvPr id="6" name="Text 4"/>
          <p:cNvSpPr/>
          <p:nvPr/>
        </p:nvSpPr>
        <p:spPr>
          <a:xfrm>
            <a:off x="548640" y="6510528"/>
            <a:ext cx="10424160" cy="182880"/>
          </a:xfrm>
          <a:prstGeom prst="rect">
            <a:avLst/>
          </a:prstGeom>
          <a:solidFill>
            <a:srgbClr val="FFFFFF">
              <a:alpha val="0"/>
            </a:srgbClr>
          </a:solidFill>
          <a:ln>
            <a:solidFill>
              <a:srgbClr val="FFFFFF">
                <a:alpha val="0"/>
              </a:srgbClr>
            </a:solidFill>
          </a:ln>
        </p:spPr>
        <p:txBody>
          <a:bodyPr wrap="square" lIns="0" tIns="0" rIns="0" bIns="0" rtlCol="0" anchor="ctr">
            <a:normAutofit/>
          </a:bodyPr>
          <a:lstStyle/>
          <a:p>
            <a:pPr algn="l" indent="0" marL="0">
              <a:buNone/>
            </a:pPr>
            <a:r>
              <a:rPr lang="fr-FR" altLang="en-US" sz="900" dirty="0">
                <a:solidFill>
                  <a:srgbClr val="5B6770"/>
                </a:solidFill>
                <a:latin typeface="Arial" pitchFamily="34" charset="0"/>
                <a:ea typeface="Arial" pitchFamily="34" charset="-122"/>
                <a:cs typeface="Arial" pitchFamily="34" charset="-120"/>
              </a:rPr>
              <a:t>Verisure | RGPD-01 | Mise en œuvre</a:t>
            </a:r>
            <a:endParaRPr lang="fr-FR" sz="900" dirty="0"/>
          </a:p>
        </p:txBody>
      </p:sp>
      <p:sp>
        <p:nvSpPr>
          <p:cNvPr id="7" name="Text 5"/>
          <p:cNvSpPr/>
          <p:nvPr/>
        </p:nvSpPr>
        <p:spPr>
          <a:xfrm>
            <a:off x="11137392" y="6492240"/>
            <a:ext cx="502920" cy="201168"/>
          </a:xfrm>
          <a:prstGeom prst="rect">
            <a:avLst/>
          </a:prstGeom>
          <a:solidFill>
            <a:srgbClr val="FFFFFF">
              <a:alpha val="0"/>
            </a:srgbClr>
          </a:solidFill>
          <a:ln>
            <a:solidFill>
              <a:srgbClr val="FFFFFF">
                <a:alpha val="0"/>
              </a:srgbClr>
            </a:solidFill>
          </a:ln>
        </p:spPr>
        <p:txBody>
          <a:bodyPr wrap="square" lIns="0" tIns="0" rIns="0" bIns="0" rtlCol="0" anchor="ctr">
            <a:normAutofit/>
          </a:bodyPr>
          <a:lstStyle/>
          <a:p>
            <a:pPr algn="r" indent="0" marL="0">
              <a:buNone/>
            </a:pPr>
            <a:r>
              <a:rPr lang="fr-FR" altLang="en-US" sz="1000" dirty="0">
                <a:solidFill>
                  <a:srgbClr val="5B6770"/>
                </a:solidFill>
                <a:latin typeface="Arial" pitchFamily="34" charset="0"/>
                <a:ea typeface="Arial" pitchFamily="34" charset="-122"/>
                <a:cs typeface="Arial" pitchFamily="34" charset="-120"/>
              </a:rPr>
              <a:t>11</a:t>
            </a:r>
            <a:endParaRPr lang="fr-FR" sz="1000" dirty="0"/>
          </a:p>
        </p:txBody>
      </p:sp>
      <p:sp>
        <p:nvSpPr>
          <p:cNvPr id="8" name="Shape 6"/>
          <p:cNvSpPr/>
          <p:nvPr/>
        </p:nvSpPr>
        <p:spPr>
          <a:xfrm>
            <a:off x="548640" y="1719072"/>
            <a:ext cx="5422392" cy="3035808"/>
          </a:xfrm>
          <a:prstGeom prst="rect">
            <a:avLst/>
          </a:prstGeom>
          <a:solidFill>
            <a:srgbClr val="F0F3F5"/>
          </a:solidFill>
          <a:ln w="8890">
            <a:solidFill>
              <a:srgbClr val="F0F3F5"/>
            </a:solidFill>
            <a:prstDash val="solid"/>
          </a:ln>
        </p:spPr>
      </p:sp>
      <p:sp>
        <p:nvSpPr>
          <p:cNvPr id="9" name="Shape 7"/>
          <p:cNvSpPr/>
          <p:nvPr/>
        </p:nvSpPr>
        <p:spPr>
          <a:xfrm>
            <a:off x="548640" y="1719072"/>
            <a:ext cx="41148" cy="3035808"/>
          </a:xfrm>
          <a:prstGeom prst="rect">
            <a:avLst/>
          </a:prstGeom>
          <a:solidFill>
            <a:srgbClr val="C52F3C"/>
          </a:solidFill>
          <a:ln w="8890">
            <a:solidFill>
              <a:srgbClr val="C52F3C"/>
            </a:solidFill>
            <a:prstDash val="solid"/>
          </a:ln>
        </p:spPr>
      </p:sp>
      <p:sp>
        <p:nvSpPr>
          <p:cNvPr id="10" name="Text 8"/>
          <p:cNvSpPr/>
          <p:nvPr/>
        </p:nvSpPr>
        <p:spPr>
          <a:xfrm>
            <a:off x="749808" y="1920240"/>
            <a:ext cx="5020056" cy="393192"/>
          </a:xfrm>
          <a:prstGeom prst="rect">
            <a:avLst/>
          </a:prstGeom>
          <a:solidFill>
            <a:srgbClr val="FFFFFF">
              <a:alpha val="0"/>
            </a:srgbClr>
          </a:solidFill>
          <a:ln>
            <a:solidFill>
              <a:srgbClr val="FFFFFF">
                <a:alpha val="0"/>
              </a:srgbClr>
            </a:solidFill>
          </a:ln>
        </p:spPr>
        <p:txBody>
          <a:bodyPr wrap="square" lIns="0" tIns="0" rIns="0" bIns="0" rtlCol="0" anchor="ctr">
            <a:normAutofit/>
          </a:bodyPr>
          <a:lstStyle/>
          <a:p>
            <a:pPr algn="l" indent="0" marL="0">
              <a:buNone/>
            </a:pPr>
            <a:r>
              <a:rPr lang="fr-FR" altLang="en-US" sz="2100" b="1" dirty="0">
                <a:solidFill>
                  <a:srgbClr val="203847"/>
                </a:solidFill>
                <a:latin typeface="Arial" pitchFamily="34" charset="0"/>
                <a:ea typeface="Arial" pitchFamily="34" charset="-122"/>
                <a:cs typeface="Arial" pitchFamily="34" charset="-120"/>
              </a:rPr>
              <a:t>Mise en service : S23-S24</a:t>
            </a:r>
            <a:endParaRPr lang="fr-FR" sz="2100" dirty="0"/>
          </a:p>
        </p:txBody>
      </p:sp>
      <p:sp>
        <p:nvSpPr>
          <p:cNvPr id="11" name="Text 9"/>
          <p:cNvSpPr/>
          <p:nvPr/>
        </p:nvSpPr>
        <p:spPr>
          <a:xfrm>
            <a:off x="749808" y="2487168"/>
            <a:ext cx="5020056" cy="2075688"/>
          </a:xfrm>
          <a:prstGeom prst="rect">
            <a:avLst/>
          </a:prstGeom>
          <a:solidFill>
            <a:srgbClr val="FFFFFF">
              <a:alpha val="0"/>
            </a:srgbClr>
          </a:solidFill>
          <a:ln>
            <a:solidFill>
              <a:srgbClr val="FFFFFF">
                <a:alpha val="0"/>
              </a:srgbClr>
            </a:solidFill>
          </a:ln>
        </p:spPr>
        <p:txBody>
          <a:bodyPr wrap="square" lIns="0" tIns="0" rIns="0" bIns="0" rtlCol="0" anchor="t">
            <a:normAutofit/>
          </a:bodyPr>
          <a:lstStyle/>
          <a:p>
            <a:pPr algn="l" indent="0" marL="0">
              <a:buNone/>
            </a:pPr>
            <a:r>
              <a:rPr lang="fr-FR" altLang="en-US" sz="2100" dirty="0">
                <a:solidFill>
                  <a:srgbClr val="203847"/>
                </a:solidFill>
                <a:latin typeface="Arial" pitchFamily="34" charset="0"/>
                <a:ea typeface="Arial" pitchFamily="34" charset="-122"/>
                <a:cs typeface="Arial" pitchFamily="34" charset="-120"/>
              </a:rPr>
              <a:t>Application et configuration validées.</a:t>
            </a:r>
            <a:endParaRPr lang="fr-FR" sz="2100" dirty="0"/>
          </a:p>
          <a:p>
            <a:pPr algn="l" indent="0" marL="0">
              <a:buNone/>
            </a:pPr>
            <a:r>
              <a:rPr lang="fr-FR" altLang="en-US" sz="2100" dirty="0">
                <a:solidFill>
                  <a:srgbClr val="203847"/>
                </a:solidFill>
                <a:latin typeface="Arial" pitchFamily="34" charset="0"/>
                <a:ea typeface="Arial" pitchFamily="34" charset="-122"/>
                <a:cs typeface="Arial" pitchFamily="34" charset="-120"/>
              </a:rPr>
              <a:t>Rapports et décision de recette.</a:t>
            </a:r>
            <a:endParaRPr lang="fr-FR" sz="2100" dirty="0"/>
          </a:p>
          <a:p>
            <a:pPr algn="l" indent="0" marL="0">
              <a:buNone/>
            </a:pPr>
            <a:r>
              <a:rPr lang="fr-FR" altLang="en-US" sz="2100" dirty="0">
                <a:solidFill>
                  <a:srgbClr val="203847"/>
                </a:solidFill>
                <a:latin typeface="Arial" pitchFamily="34" charset="0"/>
                <a:ea typeface="Arial" pitchFamily="34" charset="-122"/>
                <a:cs typeface="Arial" pitchFamily="34" charset="-120"/>
              </a:rPr>
              <a:t>Documentation et transfert au support.</a:t>
            </a:r>
            <a:endParaRPr lang="fr-FR" sz="2100" dirty="0"/>
          </a:p>
          <a:p>
            <a:pPr algn="l" indent="0" marL="0">
              <a:buNone/>
            </a:pPr>
            <a:endParaRPr lang="fr-FR" sz="2100" dirty="0"/>
          </a:p>
          <a:p>
            <a:pPr algn="l" indent="0" marL="0">
              <a:buNone/>
            </a:pPr>
            <a:r>
              <a:rPr lang="fr-FR" altLang="en-US" sz="2100" dirty="0">
                <a:solidFill>
                  <a:srgbClr val="203847"/>
                </a:solidFill>
                <a:latin typeface="Arial" pitchFamily="34" charset="0"/>
                <a:ea typeface="Arial" pitchFamily="34" charset="-122"/>
                <a:cs typeface="Arial" pitchFamily="34" charset="-120"/>
              </a:rPr>
              <a:t>Surveillance de l’ouverture.</a:t>
            </a:r>
            <a:endParaRPr lang="fr-FR" sz="2100" dirty="0"/>
          </a:p>
        </p:txBody>
      </p:sp>
      <p:sp>
        <p:nvSpPr>
          <p:cNvPr id="12" name="Shape 10"/>
          <p:cNvSpPr/>
          <p:nvPr/>
        </p:nvSpPr>
        <p:spPr>
          <a:xfrm>
            <a:off x="6208776" y="1719072"/>
            <a:ext cx="5422392" cy="3035808"/>
          </a:xfrm>
          <a:prstGeom prst="rect">
            <a:avLst/>
          </a:prstGeom>
          <a:solidFill>
            <a:srgbClr val="F0F3F5"/>
          </a:solidFill>
          <a:ln w="8890">
            <a:solidFill>
              <a:srgbClr val="F0F3F5"/>
            </a:solidFill>
            <a:prstDash val="solid"/>
          </a:ln>
        </p:spPr>
      </p:sp>
      <p:sp>
        <p:nvSpPr>
          <p:cNvPr id="13" name="Shape 11"/>
          <p:cNvSpPr/>
          <p:nvPr/>
        </p:nvSpPr>
        <p:spPr>
          <a:xfrm>
            <a:off x="6208776" y="1719072"/>
            <a:ext cx="41148" cy="3035808"/>
          </a:xfrm>
          <a:prstGeom prst="rect">
            <a:avLst/>
          </a:prstGeom>
          <a:solidFill>
            <a:srgbClr val="C52F3C"/>
          </a:solidFill>
          <a:ln w="8890">
            <a:solidFill>
              <a:srgbClr val="C52F3C"/>
            </a:solidFill>
            <a:prstDash val="solid"/>
          </a:ln>
        </p:spPr>
      </p:sp>
      <p:sp>
        <p:nvSpPr>
          <p:cNvPr id="14" name="Text 12"/>
          <p:cNvSpPr/>
          <p:nvPr/>
        </p:nvSpPr>
        <p:spPr>
          <a:xfrm>
            <a:off x="6409944" y="1920240"/>
            <a:ext cx="5020056" cy="393192"/>
          </a:xfrm>
          <a:prstGeom prst="rect">
            <a:avLst/>
          </a:prstGeom>
          <a:solidFill>
            <a:srgbClr val="FFFFFF">
              <a:alpha val="0"/>
            </a:srgbClr>
          </a:solidFill>
          <a:ln>
            <a:solidFill>
              <a:srgbClr val="FFFFFF">
                <a:alpha val="0"/>
              </a:srgbClr>
            </a:solidFill>
          </a:ln>
        </p:spPr>
        <p:txBody>
          <a:bodyPr wrap="square" lIns="0" tIns="0" rIns="0" bIns="0" rtlCol="0" anchor="ctr">
            <a:normAutofit/>
          </a:bodyPr>
          <a:lstStyle/>
          <a:p>
            <a:pPr algn="l" indent="0" marL="0">
              <a:buNone/>
            </a:pPr>
            <a:r>
              <a:rPr lang="fr-FR" altLang="en-US" sz="2100" b="1" dirty="0">
                <a:solidFill>
                  <a:srgbClr val="203847"/>
                </a:solidFill>
                <a:latin typeface="Arial" pitchFamily="34" charset="0"/>
                <a:ea typeface="Arial" pitchFamily="34" charset="-122"/>
                <a:cs typeface="Arial" pitchFamily="34" charset="-120"/>
              </a:rPr>
              <a:t>Conditions d’ouverture</a:t>
            </a:r>
            <a:endParaRPr lang="fr-FR" sz="2100" dirty="0"/>
          </a:p>
        </p:txBody>
      </p:sp>
      <p:sp>
        <p:nvSpPr>
          <p:cNvPr id="15" name="Text 13"/>
          <p:cNvSpPr/>
          <p:nvPr/>
        </p:nvSpPr>
        <p:spPr>
          <a:xfrm>
            <a:off x="6409944" y="2487168"/>
            <a:ext cx="5020056" cy="2075688"/>
          </a:xfrm>
          <a:prstGeom prst="rect">
            <a:avLst/>
          </a:prstGeom>
          <a:solidFill>
            <a:srgbClr val="FFFFFF">
              <a:alpha val="0"/>
            </a:srgbClr>
          </a:solidFill>
          <a:ln>
            <a:solidFill>
              <a:srgbClr val="FFFFFF">
                <a:alpha val="0"/>
              </a:srgbClr>
            </a:solidFill>
          </a:ln>
        </p:spPr>
        <p:txBody>
          <a:bodyPr wrap="square" lIns="0" tIns="0" rIns="0" bIns="0" rtlCol="0" anchor="t">
            <a:normAutofit/>
          </a:bodyPr>
          <a:lstStyle/>
          <a:p>
            <a:pPr algn="l" indent="0" marL="0">
              <a:buNone/>
            </a:pPr>
            <a:r>
              <a:rPr lang="fr-FR" altLang="en-US" sz="2100" dirty="0">
                <a:solidFill>
                  <a:srgbClr val="203847"/>
                </a:solidFill>
                <a:latin typeface="Arial" pitchFamily="34" charset="0"/>
                <a:ea typeface="Arial" pitchFamily="34" charset="-122"/>
                <a:cs typeface="Arial" pitchFamily="34" charset="-120"/>
              </a:rPr>
              <a:t>Accès fournisseur autorisé.</a:t>
            </a:r>
            <a:endParaRPr lang="fr-FR" sz="2100" dirty="0"/>
          </a:p>
          <a:p>
            <a:pPr algn="l" indent="0" marL="0">
              <a:buNone/>
            </a:pPr>
            <a:r>
              <a:rPr lang="fr-FR" altLang="en-US" sz="2100" dirty="0">
                <a:solidFill>
                  <a:srgbClr val="203847"/>
                </a:solidFill>
                <a:latin typeface="Arial" pitchFamily="34" charset="0"/>
                <a:ea typeface="Arial" pitchFamily="34" charset="-122"/>
                <a:cs typeface="Arial" pitchFamily="34" charset="-120"/>
              </a:rPr>
              <a:t>Contrat, notice et durées validés.</a:t>
            </a:r>
            <a:endParaRPr lang="fr-FR" sz="2100" dirty="0"/>
          </a:p>
          <a:p>
            <a:pPr algn="l" indent="0" marL="0">
              <a:buNone/>
            </a:pPr>
            <a:r>
              <a:rPr lang="fr-FR" altLang="en-US" sz="2100" dirty="0">
                <a:solidFill>
                  <a:srgbClr val="203847"/>
                </a:solidFill>
                <a:latin typeface="Arial" pitchFamily="34" charset="0"/>
                <a:ea typeface="Arial" pitchFamily="34" charset="-122"/>
                <a:cs typeface="Arial" pitchFamily="34" charset="-120"/>
              </a:rPr>
              <a:t>Sécurité et restauration vérifiées.</a:t>
            </a:r>
            <a:endParaRPr lang="fr-FR" sz="2100" dirty="0"/>
          </a:p>
          <a:p>
            <a:pPr algn="l" indent="0" marL="0">
              <a:buNone/>
            </a:pPr>
            <a:r>
              <a:rPr lang="fr-FR" altLang="en-US" sz="2100" dirty="0">
                <a:solidFill>
                  <a:srgbClr val="203847"/>
                </a:solidFill>
                <a:latin typeface="Arial" pitchFamily="34" charset="0"/>
                <a:ea typeface="Arial" pitchFamily="34" charset="-122"/>
                <a:cs typeface="Arial" pitchFamily="34" charset="-120"/>
              </a:rPr>
              <a:t>Anomalies bloquantes résolues.</a:t>
            </a:r>
            <a:endParaRPr lang="fr-FR" sz="2100" dirty="0"/>
          </a:p>
        </p:txBody>
      </p:sp>
      <p:sp>
        <p:nvSpPr>
          <p:cNvPr id="16" name="Text 14"/>
          <p:cNvSpPr/>
          <p:nvPr/>
        </p:nvSpPr>
        <p:spPr>
          <a:xfrm>
            <a:off x="685800" y="5129784"/>
            <a:ext cx="10881360" cy="758952"/>
          </a:xfrm>
          <a:prstGeom prst="rect">
            <a:avLst/>
          </a:prstGeom>
          <a:solidFill>
            <a:srgbClr val="FFFFFF">
              <a:alpha val="0"/>
            </a:srgbClr>
          </a:solidFill>
          <a:ln>
            <a:solidFill>
              <a:srgbClr val="FFFFFF">
                <a:alpha val="0"/>
              </a:srgbClr>
            </a:solidFill>
          </a:ln>
        </p:spPr>
        <p:txBody>
          <a:bodyPr wrap="square" lIns="0" tIns="0" rIns="0" bIns="0" rtlCol="0" anchor="ctr">
            <a:normAutofit/>
          </a:bodyPr>
          <a:lstStyle/>
          <a:p>
            <a:pPr algn="l" indent="0" marL="0">
              <a:buNone/>
            </a:pPr>
            <a:r>
              <a:rPr lang="fr-FR" altLang="en-US" sz="2000" dirty="0">
                <a:solidFill>
                  <a:srgbClr val="203847"/>
                </a:solidFill>
                <a:latin typeface="Arial" pitchFamily="34" charset="0"/>
                <a:ea typeface="Arial" pitchFamily="34" charset="-122"/>
                <a:cs typeface="Arial" pitchFamily="34" charset="-120"/>
              </a:rPr>
              <a:t>À partir de S25 : maintenance, incidents et demandes des clients.</a:t>
            </a:r>
            <a:endParaRPr lang="fr-FR" sz="2000" dirty="0"/>
          </a:p>
          <a:p>
            <a:pPr algn="l" indent="0" marL="0">
              <a:buNone/>
            </a:pPr>
            <a:r>
              <a:rPr lang="fr-FR" altLang="en-US" sz="2000" dirty="0">
                <a:solidFill>
                  <a:srgbClr val="203847"/>
                </a:solidFill>
                <a:latin typeface="Arial" pitchFamily="34" charset="0"/>
                <a:ea typeface="Arial" pitchFamily="34" charset="-122"/>
                <a:cs typeface="Arial" pitchFamily="34" charset="-120"/>
              </a:rPr>
              <a:t>Après chaque correction : rejouer les tests affectés.</a:t>
            </a:r>
            <a:endParaRPr lang="fr-FR" sz="2000" dirty="0"/>
          </a:p>
        </p:txBody>
      </p:sp>
      <p:sp>
        <p:nvSpPr>
          <p:cNvPr id="17" name="Text 15"/>
          <p:cNvSpPr/>
          <p:nvPr/>
        </p:nvSpPr>
        <p:spPr>
          <a:xfrm>
            <a:off x="685800" y="6080760"/>
            <a:ext cx="10881360" cy="228600"/>
          </a:xfrm>
          <a:prstGeom prst="rect">
            <a:avLst/>
          </a:prstGeom>
          <a:solidFill>
            <a:srgbClr val="FFFFFF">
              <a:alpha val="0"/>
            </a:srgbClr>
          </a:solidFill>
          <a:ln>
            <a:solidFill>
              <a:srgbClr val="FFFFFF">
                <a:alpha val="0"/>
              </a:srgbClr>
            </a:solidFill>
          </a:ln>
        </p:spPr>
        <p:txBody>
          <a:bodyPr wrap="square" lIns="0" tIns="0" rIns="0" bIns="0" rtlCol="0" anchor="ctr">
            <a:normAutofit/>
          </a:bodyPr>
          <a:lstStyle/>
          <a:p>
            <a:pPr algn="l" indent="0" marL="0">
              <a:buNone/>
            </a:pPr>
            <a:r>
              <a:rPr lang="fr-FR" altLang="en-US" sz="1800" b="1" dirty="0">
                <a:solidFill>
                  <a:srgbClr val="C52F3C"/>
                </a:solidFill>
                <a:latin typeface="Arial" pitchFamily="34" charset="0"/>
                <a:ea typeface="Arial" pitchFamily="34" charset="-122"/>
                <a:cs typeface="Arial" pitchFamily="34" charset="-120"/>
              </a:rPr>
              <a:t>Une protection définie  &gt;  un choix expliqué  &gt;  une preuve préparée</a:t>
            </a:r>
            <a:endParaRPr lang="fr-FR" sz="1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Mise en œuvre du Cycle en V</dc:title>
  <dc:subject>Verisure - Exigence RGPD-01</dc:subject>
  <dc:creator/>
  <cp:lastModifiedBy/>
  <cp:revision>1</cp:revision>
  <dcterms:created xsi:type="dcterms:W3CDTF">2026-09-13T09:19:16Z</dcterms:created>
  <dcterms:modified xsi:type="dcterms:W3CDTF">2026-09-13T09:19:16Z</dcterms:modified>
</cp:coreProperties>
</file>